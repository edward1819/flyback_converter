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83" r:id="rId3"/>
    <p:sldId id="257" r:id="rId4"/>
    <p:sldId id="258" r:id="rId5"/>
    <p:sldId id="280" r:id="rId6"/>
    <p:sldId id="285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oang\Documents\Power%20Electronic\Project%20mile%20stone%20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Efficiency</a:t>
            </a:r>
            <a:r>
              <a:rPr lang="en-US" baseline="0"/>
              <a:t> vs Load Current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Measured Eff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Sheet1!$F$3:$F$7</c:f>
              <c:numCache>
                <c:formatCode>General</c:formatCode>
                <c:ptCount val="5"/>
                <c:pt idx="0">
                  <c:v>0.99199999999999999</c:v>
                </c:pt>
                <c:pt idx="1">
                  <c:v>1.9239999999999999</c:v>
                </c:pt>
                <c:pt idx="2">
                  <c:v>2.8330000000000002</c:v>
                </c:pt>
                <c:pt idx="3">
                  <c:v>3.6779999999999999</c:v>
                </c:pt>
                <c:pt idx="4">
                  <c:v>4.5</c:v>
                </c:pt>
              </c:numCache>
            </c:numRef>
          </c:xVal>
          <c:yVal>
            <c:numRef>
              <c:f>Sheet1!$G$3:$G$7</c:f>
              <c:numCache>
                <c:formatCode>General</c:formatCode>
                <c:ptCount val="5"/>
                <c:pt idx="0">
                  <c:v>75.214193646220323</c:v>
                </c:pt>
                <c:pt idx="1">
                  <c:v>78.725981210514249</c:v>
                </c:pt>
                <c:pt idx="2">
                  <c:v>79.421147948170201</c:v>
                </c:pt>
                <c:pt idx="3">
                  <c:v>78.984666924365428</c:v>
                </c:pt>
                <c:pt idx="4">
                  <c:v>78.322983096159732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895-4875-8C45-FA26350CAE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8822480"/>
        <c:axId val="378819600"/>
        <c:extLst>
          <c:ext xmlns:c15="http://schemas.microsoft.com/office/drawing/2012/chart" uri="{02D57815-91ED-43cb-92C2-25804820EDAC}">
            <c15:filteredScatterSeries>
              <c15:ser>
                <c:idx val="1"/>
                <c:order val="1"/>
                <c:tx>
                  <c:v>Simulated Eff</c:v>
                </c:tx>
                <c:spPr>
                  <a:ln w="1905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Sheet1!$J$3:$J$7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5.0339999999999998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Sheet1!$L$3:$L$7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77.998013531984299</c:v>
                      </c:pt>
                      <c:pt idx="1">
                        <c:v>80.723030170636463</c:v>
                      </c:pt>
                      <c:pt idx="2">
                        <c:v>81.140315275094551</c:v>
                      </c:pt>
                      <c:pt idx="3">
                        <c:v>80.240145572356155</c:v>
                      </c:pt>
                      <c:pt idx="4">
                        <c:v>79.327646952305713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1-3895-4875-8C45-FA26350CAE4C}"/>
                  </c:ext>
                </c:extLst>
              </c15:ser>
            </c15:filteredScatterSeries>
          </c:ext>
        </c:extLst>
      </c:scatterChart>
      <c:valAx>
        <c:axId val="3788224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8819600"/>
        <c:crosses val="autoZero"/>
        <c:crossBetween val="midCat"/>
      </c:valAx>
      <c:valAx>
        <c:axId val="378819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88224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B2828-810B-4DC1-BA75-319671F553C2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6D1DD-E394-4ADA-A035-234E7AB6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2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56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09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41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77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31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01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30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17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44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9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74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851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38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35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94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80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65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70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966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87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6D1DD-E394-4ADA-A035-234E7AB60D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67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4161-6947-A40B-52E5-54829B005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9FB4B-E38E-5BDB-1271-B01D22AAE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610DB-8FBF-35AF-395E-D18F6BBA6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85698-16F3-2239-AE56-00621B62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FEA14-DE59-5261-702B-E8CA455C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0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666FD-88B1-5117-D1CA-7FDB1DD7B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E36FC-8358-3867-54BB-9016B6CF6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DB6CC-CAFE-C4A6-1107-B0EB20257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B83B2-D5D3-EEB0-45D5-12DAF6CB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7CE51-1413-5B6B-4043-BFF7711A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0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FC1F-D913-7C05-76BA-F6ED163F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E9A4F-A1D6-2FDC-E725-4F22D6F47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E4C30-B5F0-EEDD-EAEC-DC3B3C65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BB67A-6215-5C59-4E2C-E6337E57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AD706-E2B8-EC14-5BEB-3B078156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5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00E2-4AD7-F753-54CC-12B226D3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CDB79-93DA-350E-52C8-F572BCC5D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40619-DB69-FF09-1BF1-09AC85910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FF0E7-5BB9-E513-E10B-F0FACCCE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66AEC-C6C6-5DA0-C2E6-6B630A1E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620EA-A7AB-5238-80F1-961B7AF2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7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F500F-B6A3-3D46-B07A-DC596DAE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932E9-7D9E-35F3-2FAD-8A7C6BD7C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717F3-0CF0-CD82-1067-4D99C1328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00099-81BD-1028-56DC-23297FC73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20121-4A9C-AE38-E181-A595729E6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7E814-996B-D58B-A85F-674FAD09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2634C-2170-648C-9FB5-5727497C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ED269A-7335-FAB2-30B4-86690729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30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3F39-0719-73F0-1C22-F1A17B80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636AE-0126-B185-517D-417E3F6E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F9C6C-48AB-E01E-7B72-69EEFDCA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C45F4-A3D4-6A4B-15FB-F5BD1450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914F7-294D-74F7-B145-BF1F7FE6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19940-1B5B-121D-8FC2-09188DE71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6CD4C-7EC5-B548-0CA7-AE4DA3F2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0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BD86-BA4C-72CD-C846-D4C705CA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AE48D-0E2D-A422-EBB6-69A8779B0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B6E8E-26EA-BAE4-404B-300A4A0F2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BAC8D-A1B8-A518-8C93-DD7894706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95531-0076-498F-9346-8521DDA4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F7B4A-B363-D53E-BFB6-80320062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16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BBD2-2FDA-6125-6D48-2A0C52EF3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C89A8-411E-6F87-2981-71E6FA8D5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75834-5BCD-47F9-6644-DAD5CBE53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B5D87-4670-7FBD-BB24-E4208B3D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B3349-13FE-7B46-5528-BA436F758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AADF0-75E6-741F-9C44-FDA24C04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2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03CA-43E5-95B3-C6BB-98FDD6098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5FFD9-8566-F64C-79F6-E54F85608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514E9-F3A9-D03A-71DA-CF9EFAB7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2C9AC-1CC6-1EC1-A2F6-F329F7B93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AC790-FB48-8E84-F356-FE12E170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49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1AB595-EC01-6DE5-B45F-89E7717458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F173B-CE48-9CA7-9DF8-DC6ED82CE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4858A-8A8D-F7BF-3068-9DF2F084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F3C8E-241E-4E9B-505D-D3418C12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29299-610F-C765-2DEE-86CCD0CD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F39B68-AD44-020F-8267-89311D601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7AB6C-65E8-6119-3BA6-0E34149DC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94833-596C-C729-B64D-C38B93479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E1A37-2B95-4FC1-94AB-73AFC50C88B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377BF-D010-1F95-57F2-052228985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188FD-C077-C4F9-B685-21D521865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990EB9-24F6-4BF2-9D03-94EC956A9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0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1.png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1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B9682-BDDA-DC6E-F8FF-9CC204EAF5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  <a:t>EN.525.726 – Applications of Power Electronics Design</a:t>
            </a:r>
            <a:b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  <a:t>Project Milestone 6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87D99-41AC-F05D-6824-B9CB84A3B9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Hoang Nguyen</a:t>
            </a:r>
          </a:p>
          <a:p>
            <a:pPr algn="l"/>
            <a:r>
              <a:rPr lang="en-US" dirty="0"/>
              <a:t>05/05/24</a:t>
            </a:r>
          </a:p>
        </p:txBody>
      </p:sp>
      <p:pic>
        <p:nvPicPr>
          <p:cNvPr id="88" name="Audio 87">
            <a:hlinkClick r:id="" action="ppaction://media"/>
            <a:extLst>
              <a:ext uri="{FF2B5EF4-FFF2-40B4-BE49-F238E27FC236}">
                <a16:creationId xmlns:a16="http://schemas.microsoft.com/office/drawing/2014/main" id="{258AB525-7DD1-F6C9-9BCE-90FCF8B542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35537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19"/>
    </mc:Choice>
    <mc:Fallback>
      <p:transition spd="slow" advTm="86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DB8B-636F-BDA9-B0D7-878BB414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E5138-6323-C707-E14B-685C14DD2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1416"/>
            <a:ext cx="10515600" cy="4811459"/>
          </a:xfrm>
        </p:spPr>
        <p:txBody>
          <a:bodyPr/>
          <a:lstStyle/>
          <a:p>
            <a:r>
              <a:rPr lang="en-US" dirty="0"/>
              <a:t>Topology: Flyback Converter</a:t>
            </a:r>
          </a:p>
          <a:p>
            <a:r>
              <a:rPr lang="en-US" dirty="0"/>
              <a:t>Vin: 12V</a:t>
            </a:r>
          </a:p>
          <a:p>
            <a:r>
              <a:rPr lang="en-US" dirty="0" err="1"/>
              <a:t>Vout</a:t>
            </a:r>
            <a:r>
              <a:rPr lang="en-US" dirty="0"/>
              <a:t>: 5V</a:t>
            </a:r>
          </a:p>
          <a:p>
            <a:r>
              <a:rPr lang="en-US" dirty="0"/>
              <a:t>Load Current Range: 0-5A</a:t>
            </a:r>
          </a:p>
          <a:p>
            <a:r>
              <a:rPr lang="en-US" dirty="0"/>
              <a:t>Output Ripple: +/- 0.1V (steady-state),  +/- 0.2V during load step from 3A to 5A and 5A to 3A</a:t>
            </a:r>
          </a:p>
          <a:p>
            <a:r>
              <a:rPr lang="en-US" dirty="0"/>
              <a:t>Efficiency: &gt;75% at full-load</a:t>
            </a:r>
          </a:p>
          <a:p>
            <a:r>
              <a:rPr lang="en-US" dirty="0"/>
              <a:t>PCB: 2 layers</a:t>
            </a:r>
          </a:p>
          <a:p>
            <a:r>
              <a:rPr lang="en-US" dirty="0"/>
              <a:t>PCB dimension: &lt; 10 in^2 </a:t>
            </a:r>
          </a:p>
          <a:p>
            <a:endParaRPr lang="en-US" dirty="0"/>
          </a:p>
        </p:txBody>
      </p:sp>
      <p:pic>
        <p:nvPicPr>
          <p:cNvPr id="91" name="Audio 90">
            <a:hlinkClick r:id="" action="ppaction://media"/>
            <a:extLst>
              <a:ext uri="{FF2B5EF4-FFF2-40B4-BE49-F238E27FC236}">
                <a16:creationId xmlns:a16="http://schemas.microsoft.com/office/drawing/2014/main" id="{FC0EB440-37A0-176D-C834-B6CD467FC9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89697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270"/>
    </mc:Choice>
    <mc:Fallback>
      <p:transition spd="slow" advTm="392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7295-2DD6-4AC3-D277-1D9405CA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539"/>
            <a:ext cx="10515600" cy="1325563"/>
          </a:xfrm>
        </p:spPr>
        <p:txBody>
          <a:bodyPr/>
          <a:lstStyle/>
          <a:p>
            <a:r>
              <a:rPr lang="en-US" dirty="0"/>
              <a:t>Power Stage Design (1)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25E6E-FEA9-DF8D-28B3-2682ECC9F8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5540" y="1690688"/>
                <a:ext cx="11606044" cy="447051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Switching Frequency = 200 </a:t>
                </a:r>
                <a:r>
                  <a:rPr lang="en-US" sz="2400" dirty="0" err="1"/>
                  <a:t>Khz</a:t>
                </a:r>
                <a:endParaRPr lang="en-US" sz="2400" dirty="0"/>
              </a:p>
              <a:p>
                <a:r>
                  <a:rPr lang="en-US" sz="2400" dirty="0"/>
                  <a:t>Transformer’s turn’s ratio = 1</a:t>
                </a:r>
              </a:p>
              <a:p>
                <a:r>
                  <a:rPr lang="en-US" sz="2400" dirty="0"/>
                  <a:t>Operate in both DCM and CCM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𝑐𝑐𝑚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sz="2400" dirty="0"/>
                  <a:t>Peak-peak Flyback transformer primary current ripple = 40% of max magnetizing inductance current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ptos Display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ptos Display" panose="020B00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ptos Display" panose="020B0004020202020204" pitchFamily="34" charset="0"/>
                          </a:rPr>
                          <m:t>𝑀𝑚𝑎𝑥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ptos Display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Aptos Display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ptos Display" panose="020B0004020202020204" pitchFamily="34" charset="0"/>
                          </a:rPr>
                          <m:t>𝑉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cs typeface="Aptos Display" panose="020B000402020202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ptos Display" panose="020B0004020202020204" pitchFamily="34" charset="0"/>
                              </a:rPr>
                              <m:t>1−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ptos Display" panose="020B00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ptos Display" panose="020B0004020202020204" pitchFamily="34" charset="0"/>
                          </a:rPr>
                          <m:t>∗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ptos Display" panose="020B0004020202020204" pitchFamily="34" charset="0"/>
                          </a:rPr>
                          <m:t>𝑅</m:t>
                        </m:r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ptos Display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Aptos Display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ptos Display" panose="020B0004020202020204" pitchFamily="34" charset="0"/>
                          </a:rPr>
                          <m:t>5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cs typeface="Aptos Display" panose="020B000402020202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ptos Display" panose="020B0004020202020204" pitchFamily="34" charset="0"/>
                              </a:rPr>
                              <m:t>1−0.3</m:t>
                            </m:r>
                          </m:e>
                        </m:d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ptos Display" panose="020B0004020202020204" pitchFamily="34" charset="0"/>
                          </a:rPr>
                          <m:t>∗1</m:t>
                        </m:r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ptos Display" panose="020B0004020202020204" pitchFamily="34" charset="0"/>
                      </a:rPr>
                      <m:t>=7.14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ptos Display" panose="020B0004020202020204" pitchFamily="34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latin typeface="Aptos Display" panose="020B0004020202020204" pitchFamily="34" charset="0"/>
                    <a:ea typeface="Times New Roman" panose="02020603050405020304" pitchFamily="18" charset="0"/>
                    <a:cs typeface="Aptos Display" panose="020B0004020202020204" pitchFamily="34" charset="0"/>
                  </a:rPr>
                  <a:t> </a:t>
                </a:r>
              </a:p>
              <a:p>
                <a:pPr marL="457200" lvl="1" indent="0">
                  <a:buNone/>
                </a:pPr>
                <a:endParaRPr lang="en-US" dirty="0">
                  <a:effectLst/>
                  <a:latin typeface="Aptos Display" panose="020B0004020202020204" pitchFamily="34" charset="0"/>
                  <a:ea typeface="Times New Roman" panose="02020603050405020304" pitchFamily="18" charset="0"/>
                  <a:cs typeface="Aptos Display" panose="020B0004020202020204" pitchFamily="34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∆</m:t>
                      </m:r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𝑀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=0.4∗</m:t>
                      </m:r>
                      <m:f>
                        <m:f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7.14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ptos Display" panose="020B0004020202020204" pitchFamily="34" charset="0"/>
                        </a:rPr>
                        <m:t>=1.43 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ptos Display" panose="020B0004020202020204" pitchFamily="34" charset="0"/>
                        </a:rPr>
                        <m:t>𝐴</m:t>
                      </m:r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/>
                <a:endParaRPr lang="en-US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25E6E-FEA9-DF8D-28B3-2682ECC9F8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5540" y="1690688"/>
                <a:ext cx="11606044" cy="4470510"/>
              </a:xfrm>
              <a:blipFill>
                <a:blip r:embed="rId5"/>
                <a:stretch>
                  <a:fillRect l="-683" t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Audio 58">
            <a:hlinkClick r:id="" action="ppaction://media"/>
            <a:extLst>
              <a:ext uri="{FF2B5EF4-FFF2-40B4-BE49-F238E27FC236}">
                <a16:creationId xmlns:a16="http://schemas.microsoft.com/office/drawing/2014/main" id="{79BD64EA-1E19-B732-612F-BAE9A7A307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1316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212"/>
    </mc:Choice>
    <mc:Fallback>
      <p:transition spd="slow" advTm="452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5772" x="5148263" y="6534150"/>
          <p14:tracePt t="35936" x="5651500" y="6634163"/>
          <p14:tracePt t="35948" x="5891213" y="6526213"/>
          <p14:tracePt t="35965" x="6330950" y="6302375"/>
          <p14:tracePt t="35982" x="6540500" y="6170613"/>
          <p14:tracePt t="35999" x="6640513" y="6046788"/>
          <p14:tracePt t="36016" x="6724650" y="5946775"/>
          <p14:tracePt t="36017" x="6764338" y="5908675"/>
          <p14:tracePt t="36032" x="6810375" y="5854700"/>
          <p14:tracePt t="36049" x="6980238" y="5753100"/>
          <p14:tracePt t="36066" x="7058025" y="5715000"/>
          <p14:tracePt t="36083" x="7080250" y="5707063"/>
          <p14:tracePt t="36137" x="7088188" y="5707063"/>
          <p14:tracePt t="36417" x="7096125" y="5707063"/>
          <p14:tracePt t="36425" x="7118350" y="5691188"/>
          <p14:tracePt t="36433" x="7134225" y="5691188"/>
          <p14:tracePt t="36451" x="7173913" y="5676900"/>
          <p14:tracePt t="36467" x="7234238" y="5607050"/>
          <p14:tracePt t="36483" x="7312025" y="5499100"/>
          <p14:tracePt t="36501" x="7427913" y="5297488"/>
          <p14:tracePt t="36517" x="7589838" y="5011738"/>
          <p14:tracePt t="36534" x="7651750" y="4711700"/>
          <p14:tracePt t="36550" x="7643813" y="4525963"/>
          <p14:tracePt t="36567" x="7573963" y="4340225"/>
          <p14:tracePt t="36585" x="7489825" y="4216400"/>
          <p14:tracePt t="36585" x="7443788" y="4170363"/>
          <p14:tracePt t="36601" x="7312025" y="4092575"/>
          <p14:tracePt t="36618" x="7180263" y="4030663"/>
          <p14:tracePt t="36634" x="7104063" y="3992563"/>
          <p14:tracePt t="36651" x="7050088" y="3976688"/>
          <p14:tracePt t="36873" x="7034213" y="4024313"/>
          <p14:tracePt t="36881" x="7165975" y="4140200"/>
          <p14:tracePt t="36889" x="7265988" y="4194175"/>
          <p14:tracePt t="36901" x="7304088" y="4224338"/>
          <p14:tracePt t="36918" x="7319963" y="4270375"/>
          <p14:tracePt t="36935" x="7343775" y="4356100"/>
          <p14:tracePt t="36952" x="7358063" y="4371975"/>
          <p14:tracePt t="37730" x="7343775" y="4340225"/>
          <p14:tracePt t="37737" x="7343775" y="4356100"/>
          <p14:tracePt t="39259" x="7350125" y="4356100"/>
          <p14:tracePt t="39322" x="7366000" y="4356100"/>
          <p14:tracePt t="39329" x="7397750" y="4356100"/>
          <p14:tracePt t="39339" x="7451725" y="4348163"/>
          <p14:tracePt t="39356" x="7589838" y="4340225"/>
          <p14:tracePt t="39374" x="7743825" y="4340225"/>
          <p14:tracePt t="39390" x="7859713" y="4332288"/>
          <p14:tracePt t="39407" x="7945438" y="4316413"/>
          <p14:tracePt t="39424" x="7975600" y="4310063"/>
          <p14:tracePt t="39440" x="7991475" y="4302125"/>
          <p14:tracePt t="39530" x="7999413" y="4302125"/>
          <p14:tracePt t="40026" x="8015288" y="4286250"/>
          <p14:tracePt t="40034" x="8037513" y="4278313"/>
          <p14:tracePt t="40042" x="8077200" y="4270375"/>
          <p14:tracePt t="40058" x="8307388" y="4232275"/>
          <p14:tracePt t="40075" x="8632825" y="4194175"/>
          <p14:tracePt t="40092" x="8994775" y="4194175"/>
          <p14:tracePt t="40108" x="9196388" y="4194175"/>
          <p14:tracePt t="40125" x="9280525" y="4194175"/>
          <p14:tracePt t="40142" x="9296400" y="4194175"/>
          <p14:tracePt t="40434" x="9288463" y="4194175"/>
          <p14:tracePt t="40506" x="9280525" y="4194175"/>
          <p14:tracePt t="40522" x="9272588" y="4200525"/>
          <p14:tracePt t="40691" x="9272588" y="4208463"/>
          <p14:tracePt t="40850" x="9288463" y="4208463"/>
          <p14:tracePt t="40858" x="9296400" y="4216400"/>
          <p14:tracePt t="42195" x="9266238" y="4216400"/>
          <p14:tracePt t="42203" x="9196388" y="4208463"/>
          <p14:tracePt t="42213" x="9164638" y="4194175"/>
          <p14:tracePt t="42230" x="9042400" y="4154488"/>
          <p14:tracePt t="42246" x="8980488" y="4132263"/>
          <p14:tracePt t="42263" x="8940800" y="4116388"/>
          <p14:tracePt t="42280" x="8932863" y="4108450"/>
          <p14:tracePt t="42297" x="8926513" y="4100513"/>
          <p14:tracePt t="42402" x="8926513" y="4092575"/>
          <p14:tracePt t="42458" x="8926513" y="4116388"/>
          <p14:tracePt t="42466" x="8926513" y="4140200"/>
          <p14:tracePt t="42658" x="8926513" y="4100513"/>
          <p14:tracePt t="42666" x="8926513" y="4046538"/>
          <p14:tracePt t="42674" x="8926513" y="3962400"/>
          <p14:tracePt t="42681" x="8926513" y="3838575"/>
          <p14:tracePt t="42698" x="8926513" y="3690938"/>
          <p14:tracePt t="42698" x="8872538" y="3498850"/>
          <p14:tracePt t="42714" x="8810625" y="3228975"/>
          <p14:tracePt t="42730" x="8555038" y="2509838"/>
          <p14:tracePt t="42747" x="8470900" y="2208213"/>
          <p14:tracePt t="42764" x="8431213" y="2054225"/>
          <p14:tracePt t="42781" x="8408988" y="1992313"/>
          <p14:tracePt t="42798" x="8393113" y="1970088"/>
          <p14:tracePt t="42814" x="8393113" y="1946275"/>
          <p14:tracePt t="44579" x="8393113" y="1954213"/>
          <p14:tracePt t="44586" x="8393113" y="2000250"/>
          <p14:tracePt t="44594" x="8393113" y="2024063"/>
          <p14:tracePt t="44691" x="8377238" y="2038350"/>
          <p14:tracePt t="44698" x="8369300" y="2054225"/>
          <p14:tracePt t="44706" x="8355013" y="2070100"/>
          <p14:tracePt t="44718" x="8339138" y="2085975"/>
          <p14:tracePt t="44735" x="8323263" y="2116138"/>
          <p14:tracePt t="44752" x="8307388" y="2132013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7295-2DD6-4AC3-D277-1D9405CA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539"/>
            <a:ext cx="10515600" cy="1325563"/>
          </a:xfrm>
        </p:spPr>
        <p:txBody>
          <a:bodyPr/>
          <a:lstStyle/>
          <a:p>
            <a:r>
              <a:rPr lang="en-US" dirty="0"/>
              <a:t>Power Stage Design (2)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25E6E-FEA9-DF8D-28B3-2682ECC9F8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628476"/>
                <a:ext cx="5693663" cy="5037922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Inductance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𝐿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Aptos Display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ptos Display" panose="020B0004020202020204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ptos Display" panose="020B0004020202020204" pitchFamily="34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∗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𝐷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ptos Display" panose="020B0004020202020204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ptos Display" panose="020B0004020202020204" pitchFamily="34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2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ptos Display" panose="020B00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ptos Display" panose="020B0004020202020204" pitchFamily="34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Aptos Display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12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2∗1.43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𝐴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∗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Aptos Display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0.3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200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𝐾h𝑧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=6.3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𝑢𝐻</m:t>
                      </m:r>
                    </m:oMath>
                  </m:oMathPara>
                </a14:m>
                <a:endParaRPr lang="en-US" sz="1800" dirty="0">
                  <a:effectLst/>
                  <a:ea typeface="Aptos" panose="020B0004020202020204" pitchFamily="34" charset="0"/>
                  <a:cs typeface="Aptos Display" panose="020B0004020202020204" pitchFamily="34" charset="0"/>
                </a:endParaRPr>
              </a:p>
              <a:p>
                <a:r>
                  <a:rPr lang="en-US" sz="1800" dirty="0"/>
                  <a:t>Output voltage ripple = 0.1V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cs typeface="Aptos Display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Aptos Display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ptos Display" panose="020B00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ptos Display" panose="020B0004020202020204" pitchFamily="34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Aptos Display" panose="020B00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ptos Display" panose="020B0004020202020204" pitchFamily="34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0.1∗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𝑓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=5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𝐴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∗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Aptos Display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0.3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0.1∗200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ptos Display" panose="020B0004020202020204" pitchFamily="34" charset="0"/>
                            </a:rPr>
                            <m:t>𝐾h𝑧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=75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ptos Display" panose="020B0004020202020204" pitchFamily="34" charset="0"/>
                        </a:rPr>
                        <m:t>𝑢𝐹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Transient Voltage Requirement = 0.2 V during 3A to 5A load step</a:t>
                </a:r>
              </a:p>
              <a:p>
                <a:pPr marL="228600" lvl="1" indent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ptos Display" panose="020B0004020202020204" pitchFamily="34" charset="0"/>
                        </a:rPr>
                        <m:t>𝐶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ptos Display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∆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𝑡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∆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𝑣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𝑒𝑠𝑟</m:t>
                              </m:r>
                            </m:sub>
                          </m:sSub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ptos Display" panose="020B0004020202020204" pitchFamily="34" charset="0"/>
                        </a:rPr>
                        <m:t>≈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(∆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𝑣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−2∆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ptos Display" panose="020B0004020202020204" pitchFamily="34" charset="0"/>
                                </a:rPr>
                                <m:t>𝑒𝑠𝑟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kern="100" dirty="0">
                    <a:effectLst/>
                    <a:ea typeface="Times New Roman" panose="02020603050405020304" pitchFamily="18" charset="0"/>
                    <a:cs typeface="Aptos Display" panose="020B0004020202020204" pitchFamily="34" charset="0"/>
                  </a:rPr>
                  <a:t>The crossover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ptos Display" panose="020B00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ptos Display" panose="020B00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ptos Display" panose="020B0004020202020204" pitchFamily="34" charset="0"/>
                          </a:rPr>
                          <m:t>𝑐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ptos Display" panose="020B0004020202020204" pitchFamily="34" charset="0"/>
                      </a:rPr>
                      <m:t>=0.05∗20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ptos Display" panose="020B0004020202020204" pitchFamily="34" charset="0"/>
                      </a:rPr>
                      <m:t>𝐾h𝑧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ptos Display" panose="020B0004020202020204" pitchFamily="34" charset="0"/>
                      </a:rPr>
                      <m:t>=10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ptos Display" panose="020B0004020202020204" pitchFamily="34" charset="0"/>
                      </a:rPr>
                      <m:t>𝐾h𝑧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  <a:cs typeface="Aptos Display" panose="020B0004020202020204" pitchFamily="34" charset="0"/>
                  </a:rPr>
                  <a:t>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ptos Display" panose="020B00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ptos Display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ptos Display" panose="020B0004020202020204" pitchFamily="34" charset="0"/>
                          </a:rPr>
                          <m:t>𝑒𝑠𝑟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ptos Display" panose="020B0004020202020204" pitchFamily="34" charset="0"/>
                      </a:rPr>
                      <m:t>=5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ptos Display" panose="020B0004020202020204" pitchFamily="34" charset="0"/>
                      </a:rPr>
                      <m:t>𝑚𝑂h𝑚</m:t>
                    </m:r>
                  </m:oMath>
                </a14:m>
                <a:endParaRPr lang="en-US" sz="18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lvl="1" indent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ptos Display" panose="020B0004020202020204" pitchFamily="34" charset="0"/>
                        </a:rPr>
                        <m:t>𝐶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ptos Display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𝐴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2∗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𝜋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∗10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𝐾h𝑧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∗(0.1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𝑉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−2∗2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𝐴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∗5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𝑚𝑂h𝑚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ptos Display" panose="020B0004020202020204" pitchFamily="34" charset="0"/>
                            </a:rPr>
                            <m:t>)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ptos Display" panose="020B0004020202020204" pitchFamily="34" charset="0"/>
                        </a:rPr>
                        <m:t>=398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ptos Display" panose="020B0004020202020204" pitchFamily="34" charset="0"/>
                        </a:rPr>
                        <m:t>𝑢𝐹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sz="1800" dirty="0"/>
              </a:p>
              <a:p>
                <a:pPr marL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25E6E-FEA9-DF8D-28B3-2682ECC9F8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628476"/>
                <a:ext cx="5693663" cy="5037922"/>
              </a:xfrm>
              <a:blipFill>
                <a:blip r:embed="rId5"/>
                <a:stretch>
                  <a:fillRect l="-857" t="-1088" r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1C5F367F-05FE-CEE8-3302-FDAC4D651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3664" y="1827072"/>
            <a:ext cx="6186244" cy="3919932"/>
          </a:xfrm>
          <a:prstGeom prst="rect">
            <a:avLst/>
          </a:prstGeom>
        </p:spPr>
      </p:pic>
      <p:pic>
        <p:nvPicPr>
          <p:cNvPr id="82" name="Audio 81">
            <a:hlinkClick r:id="" action="ppaction://media"/>
            <a:extLst>
              <a:ext uri="{FF2B5EF4-FFF2-40B4-BE49-F238E27FC236}">
                <a16:creationId xmlns:a16="http://schemas.microsoft.com/office/drawing/2014/main" id="{88DA5DE4-95D0-B706-8AC6-9F4F7ED0D5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26774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841"/>
    </mc:Choice>
    <mc:Fallback>
      <p:transition spd="slow" advTm="388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50" x="8315325" y="2132013"/>
          <p14:tracePt t="824" x="8323263" y="2124075"/>
          <p14:tracePt t="829" x="8307388" y="2000250"/>
          <p14:tracePt t="837" x="8223250" y="1838325"/>
          <p14:tracePt t="849" x="8131175" y="1706563"/>
          <p14:tracePt t="865" x="7953375" y="1482725"/>
          <p14:tracePt t="882" x="7737475" y="1343025"/>
          <p14:tracePt t="899" x="7581900" y="1282700"/>
          <p14:tracePt t="916" x="7505700" y="1274763"/>
          <p14:tracePt t="933" x="7473950" y="1266825"/>
          <p14:tracePt t="950" x="7443788" y="1266825"/>
          <p14:tracePt t="982" x="7304088" y="1266825"/>
          <p14:tracePt t="1000" x="7234238" y="1266825"/>
          <p14:tracePt t="1016" x="7188200" y="1266825"/>
          <p14:tracePt t="1033" x="7165975" y="1266825"/>
          <p14:tracePt t="1486" x="7142163" y="1266825"/>
          <p14:tracePt t="1493" x="7104063" y="1282700"/>
          <p14:tracePt t="1501" x="7064375" y="1320800"/>
          <p14:tracePt t="1517" x="7018338" y="1350963"/>
          <p14:tracePt t="1534" x="6972300" y="1382713"/>
          <p14:tracePt t="1551" x="6956425" y="1398588"/>
          <p14:tracePt t="2230" x="6948488" y="1404938"/>
          <p14:tracePt t="2238" x="6888163" y="1412875"/>
          <p14:tracePt t="2326" x="6872288" y="1412875"/>
          <p14:tracePt t="2535" x="6856413" y="1428750"/>
          <p14:tracePt t="2542" x="6840538" y="1428750"/>
          <p14:tracePt t="2558" x="6832600" y="1428750"/>
          <p14:tracePt t="2606" x="6832600" y="1436688"/>
          <p14:tracePt t="2734" x="6818313" y="1444625"/>
          <p14:tracePt t="3030" x="6818313" y="1452563"/>
          <p14:tracePt t="3038" x="6810375" y="1452563"/>
          <p14:tracePt t="3046" x="6778625" y="1474788"/>
          <p14:tracePt t="3054" x="6764338" y="1482725"/>
          <p14:tracePt t="3071" x="6756400" y="1490663"/>
          <p14:tracePt t="3088" x="6756400" y="1498600"/>
          <p14:tracePt t="3158" x="6740525" y="1498600"/>
          <p14:tracePt t="3166" x="6740525" y="1514475"/>
          <p14:tracePt t="3174" x="6740525" y="1528763"/>
          <p14:tracePt t="3303" x="6748463" y="1528763"/>
          <p14:tracePt t="3318" x="6756400" y="1520825"/>
          <p14:tracePt t="3390" x="6756400" y="1506538"/>
          <p14:tracePt t="3511" x="6732588" y="1506538"/>
          <p14:tracePt t="3518" x="6686550" y="1506538"/>
          <p14:tracePt t="3526" x="6608763" y="1506538"/>
          <p14:tracePt t="3538" x="6548438" y="1514475"/>
          <p14:tracePt t="3555" x="6424613" y="1536700"/>
          <p14:tracePt t="3572" x="6215063" y="1552575"/>
          <p14:tracePt t="3589" x="6038850" y="1590675"/>
          <p14:tracePt t="3623" x="5721350" y="1706563"/>
          <p14:tracePt t="3639" x="5567363" y="1768475"/>
          <p14:tracePt t="3655" x="5311775" y="1946275"/>
          <p14:tracePt t="3672" x="5173663" y="2024063"/>
          <p14:tracePt t="3690" x="5065713" y="2078038"/>
          <p14:tracePt t="3705" x="4995863" y="2132013"/>
          <p14:tracePt t="3722" x="4949825" y="2162175"/>
          <p14:tracePt t="3739" x="4910138" y="2170113"/>
          <p14:tracePt t="3755" x="4887913" y="2193925"/>
          <p14:tracePt t="3772" x="4856163" y="2193925"/>
          <p14:tracePt t="3790" x="4848225" y="2193925"/>
          <p14:tracePt t="3790" x="4841875" y="2193925"/>
          <p14:tracePt t="3823" x="4779963" y="2162175"/>
          <p14:tracePt t="3839" x="4764088" y="2146300"/>
          <p14:tracePt t="4023" x="4764088" y="2139950"/>
          <p14:tracePt t="4063" x="4756150" y="2139950"/>
          <p14:tracePt t="4783" x="4764088" y="2139950"/>
          <p14:tracePt t="4790" x="4772025" y="2139950"/>
          <p14:tracePt t="4798" x="4794250" y="2139950"/>
          <p14:tracePt t="4808" x="4794250" y="2200275"/>
          <p14:tracePt t="4824" x="4802188" y="2208213"/>
          <p14:tracePt t="4842" x="4810125" y="2224088"/>
          <p14:tracePt t="4858" x="4826000" y="2278063"/>
          <p14:tracePt t="4875" x="4841875" y="2278063"/>
          <p14:tracePt t="4951" x="4718050" y="2278063"/>
          <p14:tracePt t="4958" x="4440238" y="2247900"/>
          <p14:tracePt t="4966" x="4084638" y="2247900"/>
          <p14:tracePt t="4975" x="3729038" y="2247900"/>
          <p14:tracePt t="4991" x="3119438" y="2247900"/>
          <p14:tracePt t="5008" x="2617788" y="2247900"/>
          <p14:tracePt t="5025" x="2224088" y="2278063"/>
          <p14:tracePt t="5042" x="1992313" y="2309813"/>
          <p14:tracePt t="5058" x="1844675" y="2309813"/>
          <p14:tracePt t="5075" x="1752600" y="2309813"/>
          <p14:tracePt t="5092" x="1660525" y="2309813"/>
          <p14:tracePt t="5109" x="1598613" y="2332038"/>
          <p14:tracePt t="5125" x="1574800" y="2339975"/>
          <p14:tracePt t="5159" x="1558925" y="2339975"/>
          <p14:tracePt t="5175" x="1544638" y="2339975"/>
          <p14:tracePt t="5192" x="1490663" y="2339975"/>
          <p14:tracePt t="5209" x="1412875" y="2339975"/>
          <p14:tracePt t="5225" x="1343025" y="2339975"/>
          <p14:tracePt t="5242" x="1296988" y="2339975"/>
          <p14:tracePt t="5259" x="1227138" y="2332038"/>
          <p14:tracePt t="5276" x="1181100" y="2316163"/>
          <p14:tracePt t="5293" x="1127125" y="2316163"/>
          <p14:tracePt t="5309" x="1096963" y="2316163"/>
          <p14:tracePt t="5325" x="1065213" y="2316163"/>
          <p14:tracePt t="5342" x="1035050" y="2316163"/>
          <p14:tracePt t="5343" x="1019175" y="2316163"/>
          <p14:tracePt t="5359" x="981075" y="2339975"/>
          <p14:tracePt t="5375" x="965200" y="2347913"/>
          <p14:tracePt t="5393" x="941388" y="2363788"/>
          <p14:tracePt t="5410" x="927100" y="2378075"/>
          <p14:tracePt t="5426" x="919163" y="2386013"/>
          <p14:tracePt t="5443" x="911225" y="2393950"/>
          <p14:tracePt t="5478" x="903288" y="2401888"/>
          <p14:tracePt t="5543" x="895350" y="2401888"/>
          <p14:tracePt t="5550" x="873125" y="2401888"/>
          <p14:tracePt t="5559" x="841375" y="2401888"/>
          <p14:tracePt t="5576" x="779463" y="2401888"/>
          <p14:tracePt t="5592" x="733425" y="2401888"/>
          <p14:tracePt t="5610" x="703263" y="2401888"/>
          <p14:tracePt t="5626" x="695325" y="2401888"/>
          <p14:tracePt t="5643" x="687388" y="2401888"/>
          <p14:tracePt t="6129" x="709613" y="2401888"/>
          <p14:tracePt t="6135" x="771525" y="2401888"/>
          <p14:tracePt t="6143" x="841375" y="2401888"/>
          <p14:tracePt t="6160" x="981075" y="2401888"/>
          <p14:tracePt t="6178" x="1104900" y="2401888"/>
          <p14:tracePt t="6194" x="1196975" y="2401888"/>
          <p14:tracePt t="6211" x="1243013" y="2401888"/>
          <p14:tracePt t="6228" x="1250950" y="2401888"/>
          <p14:tracePt t="7072" x="1281113" y="2401888"/>
          <p14:tracePt t="7080" x="1382713" y="2401888"/>
          <p14:tracePt t="7087" x="1520825" y="2401888"/>
          <p14:tracePt t="7096" x="1652588" y="2401888"/>
          <p14:tracePt t="7113" x="1946275" y="2439988"/>
          <p14:tracePt t="7130" x="2286000" y="2493963"/>
          <p14:tracePt t="7146" x="2563813" y="2525713"/>
          <p14:tracePt t="7163" x="2863850" y="2533650"/>
          <p14:tracePt t="7180" x="3157538" y="2533650"/>
          <p14:tracePt t="7197" x="3305175" y="2533650"/>
          <p14:tracePt t="7213" x="3351213" y="2533650"/>
          <p14:tracePt t="7230" x="3373438" y="2533650"/>
          <p14:tracePt t="7247" x="3381375" y="2533650"/>
          <p14:tracePt t="7247" x="3397250" y="2533650"/>
          <p14:tracePt t="7263" x="3467100" y="2533650"/>
          <p14:tracePt t="7280" x="3575050" y="2541588"/>
          <p14:tracePt t="7296" x="3667125" y="2541588"/>
          <p14:tracePt t="7313" x="3783013" y="2547938"/>
          <p14:tracePt t="7330" x="3914775" y="2563813"/>
          <p14:tracePt t="7347" x="4030663" y="2563813"/>
          <p14:tracePt t="7364" x="4122738" y="2563813"/>
          <p14:tracePt t="7381" x="4168775" y="2563813"/>
          <p14:tracePt t="7397" x="4208463" y="2555875"/>
          <p14:tracePt t="7414" x="4238625" y="2547938"/>
          <p14:tracePt t="7431" x="4346575" y="2547938"/>
          <p14:tracePt t="7432" x="4424363" y="2547938"/>
          <p14:tracePt t="7447" x="4502150" y="2547938"/>
          <p14:tracePt t="7448" x="4586288" y="2547938"/>
          <p14:tracePt t="7463" x="4756150" y="2547938"/>
          <p14:tracePt t="7480" x="4879975" y="2547938"/>
          <p14:tracePt t="7497" x="4918075" y="2547938"/>
          <p14:tracePt t="7767" x="4926013" y="2541588"/>
          <p14:tracePt t="7775" x="4926013" y="2525713"/>
          <p14:tracePt t="7782" x="4926013" y="2517775"/>
          <p14:tracePt t="7798" x="4910138" y="2501900"/>
          <p14:tracePt t="7814" x="4887913" y="2486025"/>
          <p14:tracePt t="7815" x="4872038" y="2486025"/>
          <p14:tracePt t="7832" x="4864100" y="2486025"/>
          <p14:tracePt t="7848" x="4856163" y="2486025"/>
          <p14:tracePt t="7864" x="4848225" y="2486025"/>
          <p14:tracePt t="9912" x="4841875" y="2479675"/>
          <p14:tracePt t="9919" x="4841875" y="2471738"/>
          <p14:tracePt t="9927" x="4841875" y="2463800"/>
          <p14:tracePt t="9952" x="4848225" y="2463800"/>
          <p14:tracePt t="10864" x="4879975" y="2479675"/>
          <p14:tracePt t="10872" x="4918075" y="2541588"/>
          <p14:tracePt t="10879" x="4972050" y="2609850"/>
          <p14:tracePt t="10888" x="5065713" y="2695575"/>
          <p14:tracePt t="10904" x="5327650" y="2841625"/>
          <p14:tracePt t="10921" x="5651500" y="2965450"/>
          <p14:tracePt t="10938" x="5937250" y="3019425"/>
          <p14:tracePt t="10955" x="5999163" y="3043238"/>
          <p14:tracePt t="10976" x="6007100" y="3051175"/>
          <p14:tracePt t="11104" x="5991225" y="3051175"/>
          <p14:tracePt t="11111" x="5961063" y="3051175"/>
          <p14:tracePt t="11121" x="5945188" y="3051175"/>
          <p14:tracePt t="11138" x="5907088" y="3027363"/>
          <p14:tracePt t="11400" x="5899150" y="3027363"/>
          <p14:tracePt t="11448" x="5891213" y="3027363"/>
          <p14:tracePt t="11488" x="5875338" y="3027363"/>
          <p14:tracePt t="11495" x="5868988" y="3027363"/>
          <p14:tracePt t="11506" x="5861050" y="3027363"/>
          <p14:tracePt t="11523" x="5799138" y="3073400"/>
          <p14:tracePt t="11539" x="5683250" y="3151188"/>
          <p14:tracePt t="11556" x="5597525" y="3235325"/>
          <p14:tracePt t="11573" x="5521325" y="3328988"/>
          <p14:tracePt t="11590" x="5489575" y="3390900"/>
          <p14:tracePt t="11606" x="5435600" y="3467100"/>
          <p14:tracePt t="11624" x="5405438" y="3521075"/>
          <p14:tracePt t="11624" x="5373688" y="3552825"/>
          <p14:tracePt t="11640" x="5365750" y="3560763"/>
          <p14:tracePt t="11640" x="5351463" y="3575050"/>
          <p14:tracePt t="11776" x="5343525" y="3582988"/>
          <p14:tracePt t="16760" x="5335588" y="3582988"/>
          <p14:tracePt t="16768" x="5289550" y="3590925"/>
          <p14:tracePt t="16776" x="5219700" y="3614738"/>
          <p14:tracePt t="16785" x="5195888" y="3622675"/>
          <p14:tracePt t="16801" x="5141913" y="3652838"/>
          <p14:tracePt t="16817" x="5080000" y="3660775"/>
          <p14:tracePt t="16834" x="5026025" y="3684588"/>
          <p14:tracePt t="16851" x="4987925" y="3690938"/>
          <p14:tracePt t="16868" x="4926013" y="3714750"/>
          <p14:tracePt t="16885" x="4826000" y="3730625"/>
          <p14:tracePt t="16901" x="4656138" y="3768725"/>
          <p14:tracePt t="16918" x="4470400" y="3830638"/>
          <p14:tracePt t="16934" x="4316413" y="3868738"/>
          <p14:tracePt t="16952" x="4192588" y="3892550"/>
          <p14:tracePt t="16968" x="4038600" y="3922713"/>
          <p14:tracePt t="16969" x="3984625" y="3930650"/>
          <p14:tracePt t="16985" x="3890963" y="3938588"/>
          <p14:tracePt t="17001" x="3621088" y="3970338"/>
          <p14:tracePt t="17018" x="3489325" y="3970338"/>
          <p14:tracePt t="17035" x="3351213" y="3970338"/>
          <p14:tracePt t="17052" x="3335338" y="3970338"/>
          <p14:tracePt t="17069" x="3327400" y="3970338"/>
          <p14:tracePt t="17085" x="3319463" y="3970338"/>
          <p14:tracePt t="17337" x="3305175" y="3970338"/>
          <p14:tracePt t="17344" x="3289300" y="3970338"/>
          <p14:tracePt t="17353" x="3227388" y="3970338"/>
          <p14:tracePt t="17369" x="3189288" y="3976688"/>
          <p14:tracePt t="17385" x="2849563" y="4024313"/>
          <p14:tracePt t="17402" x="2593975" y="4070350"/>
          <p14:tracePt t="17419" x="2370138" y="4132263"/>
          <p14:tracePt t="17436" x="2239963" y="4178300"/>
          <p14:tracePt t="17452" x="2138363" y="4216400"/>
          <p14:tracePt t="17469" x="2062163" y="4232275"/>
          <p14:tracePt t="17486" x="1938338" y="4232275"/>
          <p14:tracePt t="17502" x="1776413" y="4232275"/>
          <p14:tracePt t="17519" x="1628775" y="4232275"/>
          <p14:tracePt t="17536" x="1512888" y="4248150"/>
          <p14:tracePt t="17537" x="1474788" y="4248150"/>
          <p14:tracePt t="17552" x="1444625" y="4248150"/>
          <p14:tracePt t="17569" x="1397000" y="4248150"/>
          <p14:tracePt t="17587" x="1389063" y="4256088"/>
          <p14:tracePt t="17603" x="1389063" y="4278313"/>
          <p14:tracePt t="17619" x="1389063" y="4324350"/>
          <p14:tracePt t="17636" x="1420813" y="4378325"/>
          <p14:tracePt t="17653" x="1490663" y="4418013"/>
          <p14:tracePt t="17670" x="1644650" y="4479925"/>
          <p14:tracePt t="17687" x="1830388" y="4494213"/>
          <p14:tracePt t="17703" x="2014538" y="4525963"/>
          <p14:tracePt t="17719" x="2162175" y="4556125"/>
          <p14:tracePt t="17736" x="2300288" y="4595813"/>
          <p14:tracePt t="17737" x="2324100" y="4602163"/>
          <p14:tracePt t="17753" x="2386013" y="4618038"/>
          <p14:tracePt t="17769" x="2547938" y="4633913"/>
          <p14:tracePt t="17786" x="2633663" y="4633913"/>
          <p14:tracePt t="17803" x="2679700" y="4625975"/>
          <p14:tracePt t="17819" x="2755900" y="4595813"/>
          <p14:tracePt t="17836" x="2825750" y="4572000"/>
          <p14:tracePt t="17853" x="2903538" y="4533900"/>
          <p14:tracePt t="17870" x="2925763" y="4525963"/>
          <p14:tracePt t="17887" x="2941638" y="4510088"/>
          <p14:tracePt t="17903" x="2957513" y="4502150"/>
          <p14:tracePt t="17904" x="2987675" y="4479925"/>
          <p14:tracePt t="17920" x="3027363" y="4464050"/>
          <p14:tracePt t="17921" x="3049588" y="4432300"/>
          <p14:tracePt t="17937" x="3065463" y="4418013"/>
          <p14:tracePt t="17954" x="3081338" y="4332288"/>
          <p14:tracePt t="17970" x="3081338" y="4278313"/>
          <p14:tracePt t="17986" x="3041650" y="4240213"/>
          <p14:tracePt t="18003" x="2995613" y="4208463"/>
          <p14:tracePt t="18020" x="2919413" y="4170363"/>
          <p14:tracePt t="18037" x="2833688" y="4146550"/>
          <p14:tracePt t="18054" x="2725738" y="4140200"/>
          <p14:tracePt t="18071" x="2625725" y="4140200"/>
          <p14:tracePt t="18087" x="2547938" y="4140200"/>
          <p14:tracePt t="18104" x="2432050" y="4170363"/>
          <p14:tracePt t="18120" x="2362200" y="4200525"/>
          <p14:tracePt t="18121" x="2354263" y="4208463"/>
          <p14:tracePt t="18137" x="2324100" y="4240213"/>
          <p14:tracePt t="18154" x="2286000" y="4278313"/>
          <p14:tracePt t="18170" x="2278063" y="4316413"/>
          <p14:tracePt t="18187" x="2270125" y="4371975"/>
          <p14:tracePt t="18204" x="2270125" y="4432300"/>
          <p14:tracePt t="18220" x="2293938" y="4486275"/>
          <p14:tracePt t="18237" x="2339975" y="4548188"/>
          <p14:tracePt t="18254" x="2386013" y="4587875"/>
          <p14:tracePt t="18271" x="2478088" y="4641850"/>
          <p14:tracePt t="18287" x="2601913" y="4687888"/>
          <p14:tracePt t="18304" x="2741613" y="4733925"/>
          <p14:tracePt t="18305" x="2825750" y="4749800"/>
          <p14:tracePt t="18321" x="2965450" y="4787900"/>
          <p14:tracePt t="18337" x="3103563" y="4803775"/>
          <p14:tracePt t="18355" x="3265488" y="4803775"/>
          <p14:tracePt t="18371" x="3467100" y="4803775"/>
          <p14:tracePt t="18388" x="3675063" y="4725988"/>
          <p14:tracePt t="18405" x="3798888" y="4664075"/>
          <p14:tracePt t="18421" x="3844925" y="4625975"/>
          <p14:tracePt t="18438" x="3906838" y="4579938"/>
          <p14:tracePt t="18455" x="3960813" y="4525963"/>
          <p14:tracePt t="18471" x="3984625" y="4456113"/>
          <p14:tracePt t="18487" x="3992563" y="4371975"/>
          <p14:tracePt t="18505" x="3992563" y="4294188"/>
          <p14:tracePt t="18521" x="3984625" y="4194175"/>
          <p14:tracePt t="18538" x="3938588" y="4124325"/>
          <p14:tracePt t="18555" x="3876675" y="4046538"/>
          <p14:tracePt t="18572" x="3798888" y="4016375"/>
          <p14:tracePt t="18588" x="3667125" y="3970338"/>
          <p14:tracePt t="18605" x="3505200" y="3954463"/>
          <p14:tracePt t="18622" x="3351213" y="3930650"/>
          <p14:tracePt t="18638" x="3173413" y="3930650"/>
          <p14:tracePt t="18655" x="3011488" y="3930650"/>
          <p14:tracePt t="18656" x="2949575" y="3930650"/>
          <p14:tracePt t="18672" x="2903538" y="3930650"/>
          <p14:tracePt t="18689" x="2871788" y="3930650"/>
          <p14:tracePt t="18689" x="2857500" y="3930650"/>
          <p14:tracePt t="18706" x="2849563" y="3930650"/>
          <p14:tracePt t="18745" x="2841625" y="3930650"/>
          <p14:tracePt t="19386" x="2841625" y="3976688"/>
          <p14:tracePt t="19393" x="2841625" y="4008438"/>
          <p14:tracePt t="19400" x="2841625" y="4030663"/>
          <p14:tracePt t="19408" x="2857500" y="4078288"/>
          <p14:tracePt t="19425" x="2863850" y="4092575"/>
          <p14:tracePt t="19441" x="2871788" y="4092575"/>
          <p14:tracePt t="19545" x="2871788" y="4100513"/>
          <p14:tracePt t="19552" x="2879725" y="4100513"/>
          <p14:tracePt t="19561" x="2903538" y="4116388"/>
          <p14:tracePt t="19573" x="2949575" y="4132263"/>
          <p14:tracePt t="19590" x="3003550" y="4140200"/>
          <p14:tracePt t="19607" x="3027363" y="4146550"/>
          <p14:tracePt t="19624" x="3033713" y="4154488"/>
          <p14:tracePt t="19673" x="3011488" y="4146550"/>
          <p14:tracePt t="19681" x="2987675" y="4140200"/>
          <p14:tracePt t="19690" x="2973388" y="4124325"/>
          <p14:tracePt t="19753" x="2965450" y="4124325"/>
          <p14:tracePt t="19769" x="2973388" y="4124325"/>
          <p14:tracePt t="20025" x="2957513" y="4132263"/>
          <p14:tracePt t="20033" x="2941638" y="4140200"/>
          <p14:tracePt t="20041" x="2933700" y="4146550"/>
          <p14:tracePt t="20058" x="2879725" y="4178300"/>
          <p14:tracePt t="20075" x="2733675" y="4262438"/>
          <p14:tracePt t="20091" x="2625725" y="4364038"/>
          <p14:tracePt t="20108" x="2439988" y="4486275"/>
          <p14:tracePt t="20126" x="2192338" y="4633913"/>
          <p14:tracePt t="20141" x="2008188" y="4733925"/>
          <p14:tracePt t="20158" x="1914525" y="4803775"/>
          <p14:tracePt t="20175" x="1830388" y="4873625"/>
          <p14:tracePt t="20192" x="1784350" y="4911725"/>
          <p14:tracePt t="20208" x="1714500" y="4989513"/>
          <p14:tracePt t="20225" x="1660525" y="5065713"/>
          <p14:tracePt t="20242" x="1566863" y="5181600"/>
          <p14:tracePt t="20258" x="1536700" y="5205413"/>
          <p14:tracePt t="20276" x="1512888" y="5229225"/>
          <p14:tracePt t="20292" x="1490663" y="5267325"/>
          <p14:tracePt t="20308" x="1482725" y="5283200"/>
          <p14:tracePt t="20409" x="1482725" y="5289550"/>
          <p14:tracePt t="20417" x="1474788" y="5289550"/>
          <p14:tracePt t="20642" x="1466850" y="5305425"/>
          <p14:tracePt t="20753" x="1474788" y="5305425"/>
          <p14:tracePt t="20761" x="1652588" y="5343525"/>
          <p14:tracePt t="20769" x="1914525" y="5359400"/>
          <p14:tracePt t="20777" x="2146300" y="5359400"/>
          <p14:tracePt t="20793" x="2455863" y="5359400"/>
          <p14:tracePt t="20809" x="3729038" y="5359400"/>
          <p14:tracePt t="20827" x="4586288" y="5359400"/>
          <p14:tracePt t="20844" x="5149850" y="5359400"/>
          <p14:tracePt t="20860" x="5435600" y="5351463"/>
          <p14:tracePt t="20877" x="5543550" y="5343525"/>
          <p14:tracePt t="21025" x="5551488" y="5343525"/>
          <p14:tracePt t="21057" x="5529263" y="5337175"/>
          <p14:tracePt t="21065" x="5489575" y="5321300"/>
          <p14:tracePt t="21073" x="5481638" y="5321300"/>
          <p14:tracePt t="21314" x="5459413" y="5313363"/>
          <p14:tracePt t="21322" x="5389563" y="5283200"/>
          <p14:tracePt t="21330" x="5319713" y="5267325"/>
          <p14:tracePt t="21345" x="4995863" y="5229225"/>
          <p14:tracePt t="21361" x="4694238" y="5197475"/>
          <p14:tracePt t="21378" x="4284663" y="5173663"/>
          <p14:tracePt t="21395" x="3675063" y="5173663"/>
          <p14:tracePt t="21412" x="3467100" y="5173663"/>
          <p14:tracePt t="21428" x="3421063" y="5173663"/>
          <p14:tracePt t="21445" x="3413125" y="5173663"/>
          <p14:tracePt t="21778" x="3497263" y="5151438"/>
          <p14:tracePt t="21785" x="3582988" y="5127625"/>
          <p14:tracePt t="21795" x="3652838" y="5105400"/>
          <p14:tracePt t="21812" x="3714750" y="5057775"/>
          <p14:tracePt t="21828" x="3729038" y="5035550"/>
          <p14:tracePt t="21845" x="3736975" y="5027613"/>
          <p14:tracePt t="21985" x="3744913" y="5027613"/>
          <p14:tracePt t="22066" x="3744913" y="5035550"/>
          <p14:tracePt t="22073" x="3752850" y="5035550"/>
          <p14:tracePt t="22113" x="3783013" y="5057775"/>
          <p14:tracePt t="22121" x="3783013" y="5065713"/>
          <p14:tracePt t="22130" x="3783013" y="5057775"/>
          <p14:tracePt t="22635" x="3844925" y="5057775"/>
          <p14:tracePt t="22641" x="3884613" y="5057775"/>
          <p14:tracePt t="22649" x="3944938" y="5057775"/>
          <p14:tracePt t="22664" x="3968750" y="5057775"/>
          <p14:tracePt t="22681" x="3984625" y="5057775"/>
          <p14:tracePt t="22715" x="3998913" y="5057775"/>
          <p14:tracePt t="22729" x="4006850" y="5057775"/>
          <p14:tracePt t="22746" x="4014788" y="5057775"/>
          <p14:tracePt t="22858" x="4030663" y="5051425"/>
          <p14:tracePt t="22865" x="4038600" y="5051425"/>
          <p14:tracePt t="22873" x="4046538" y="5043488"/>
          <p14:tracePt t="22898" x="4054475" y="5043488"/>
          <p14:tracePt t="22905" x="4060825" y="5035550"/>
          <p14:tracePt t="22914" x="4068763" y="5035550"/>
          <p14:tracePt t="22931" x="4084638" y="5027613"/>
          <p14:tracePt t="22947" x="4130675" y="5019675"/>
          <p14:tracePt t="22964" x="4176713" y="5019675"/>
          <p14:tracePt t="22981" x="4230688" y="5003800"/>
          <p14:tracePt t="22998" x="4246563" y="4997450"/>
          <p14:tracePt t="23259" x="4278313" y="4997450"/>
          <p14:tracePt t="23267" x="4346575" y="5003800"/>
          <p14:tracePt t="23273" x="4400550" y="5003800"/>
          <p14:tracePt t="23299" x="4540250" y="5019675"/>
          <p14:tracePt t="23316" x="4632325" y="5057775"/>
          <p14:tracePt t="23332" x="4678363" y="5081588"/>
          <p14:tracePt t="23348" x="4710113" y="5089525"/>
          <p14:tracePt t="23366" x="4725988" y="5097463"/>
          <p14:tracePt t="23382" x="4740275" y="5105400"/>
          <p14:tracePt t="23398" x="4756150" y="5113338"/>
          <p14:tracePt t="23415" x="4764088" y="5113338"/>
          <p14:tracePt t="23433" x="4779963" y="5113338"/>
          <p14:tracePt t="23433" x="4794250" y="5113338"/>
          <p14:tracePt t="23449" x="4802188" y="5127625"/>
          <p14:tracePt t="23466" x="4841875" y="5135563"/>
          <p14:tracePt t="23482" x="4864100" y="5135563"/>
          <p14:tracePt t="23499" x="4872038" y="5135563"/>
          <p14:tracePt t="23516" x="4887913" y="5135563"/>
          <p14:tracePt t="23533" x="4918075" y="5135563"/>
          <p14:tracePt t="23549" x="4964113" y="5135563"/>
          <p14:tracePt t="23566" x="4995863" y="5135563"/>
          <p14:tracePt t="23583" x="5011738" y="5135563"/>
          <p14:tracePt t="23599" x="5018088" y="5135563"/>
          <p14:tracePt t="23690" x="5026025" y="5135563"/>
          <p14:tracePt t="23697" x="5041900" y="5127625"/>
          <p14:tracePt t="23705" x="5049838" y="5127625"/>
          <p14:tracePt t="23722" x="5057775" y="5127625"/>
          <p14:tracePt t="23762" x="5065713" y="5127625"/>
          <p14:tracePt t="23785" x="5080000" y="5119688"/>
          <p14:tracePt t="23801" x="5080000" y="5113338"/>
          <p14:tracePt t="23809" x="5087938" y="5113338"/>
          <p14:tracePt t="23817" x="5087938" y="5105400"/>
          <p14:tracePt t="24754" x="5095875" y="5097463"/>
          <p14:tracePt t="24770" x="5033963" y="5081588"/>
          <p14:tracePt t="24777" x="4926013" y="5073650"/>
          <p14:tracePt t="24786" x="4802188" y="5073650"/>
          <p14:tracePt t="24802" x="4586288" y="5065713"/>
          <p14:tracePt t="24803" x="4332288" y="5065713"/>
          <p14:tracePt t="24818" x="3768725" y="5065713"/>
          <p14:tracePt t="24835" x="3181350" y="5065713"/>
          <p14:tracePt t="24853" x="2601913" y="5113338"/>
          <p14:tracePt t="24869" x="2162175" y="5113338"/>
          <p14:tracePt t="24886" x="1682750" y="5159375"/>
          <p14:tracePt t="24902" x="1350963" y="5235575"/>
          <p14:tracePt t="24919" x="1181100" y="5297488"/>
          <p14:tracePt t="24935" x="1081088" y="5337175"/>
          <p14:tracePt t="24952" x="1057275" y="5351463"/>
          <p14:tracePt t="24969" x="1035050" y="5383213"/>
          <p14:tracePt t="24986" x="1011238" y="5405438"/>
          <p14:tracePt t="25002" x="995363" y="5429250"/>
          <p14:tracePt t="25019" x="957263" y="5453063"/>
          <p14:tracePt t="25036" x="919163" y="5459413"/>
          <p14:tracePt t="25052" x="849313" y="5459413"/>
          <p14:tracePt t="25069" x="749300" y="5459413"/>
          <p14:tracePt t="25086" x="687388" y="5459413"/>
          <p14:tracePt t="25103" x="671513" y="5475288"/>
          <p14:tracePt t="25119" x="655638" y="5475288"/>
          <p14:tracePt t="25242" x="671513" y="5475288"/>
          <p14:tracePt t="25249" x="771525" y="5475288"/>
          <p14:tracePt t="25258" x="857250" y="5475288"/>
          <p14:tracePt t="25269" x="911225" y="5475288"/>
          <p14:tracePt t="25286" x="965200" y="5475288"/>
          <p14:tracePt t="25303" x="981075" y="5475288"/>
          <p14:tracePt t="25320" x="995363" y="5475288"/>
          <p14:tracePt t="25336" x="995363" y="5467350"/>
          <p14:tracePt t="25337" x="1011238" y="5467350"/>
          <p14:tracePt t="25354" x="1019175" y="5467350"/>
          <p14:tracePt t="25370" x="1035050" y="5467350"/>
          <p14:tracePt t="25442" x="1049338" y="5453063"/>
          <p14:tracePt t="25450" x="1057275" y="5453063"/>
          <p14:tracePt t="25457" x="1065213" y="5453063"/>
          <p14:tracePt t="25469" x="1073150" y="5437188"/>
          <p14:tracePt t="25487" x="1104900" y="5429250"/>
          <p14:tracePt t="25503" x="1119188" y="5421313"/>
          <p14:tracePt t="25690" x="1135063" y="5421313"/>
          <p14:tracePt t="25698" x="1143000" y="5413375"/>
          <p14:tracePt t="26202" x="1150938" y="5405438"/>
          <p14:tracePt t="26210" x="1165225" y="5383213"/>
          <p14:tracePt t="26218" x="1181100" y="5367338"/>
          <p14:tracePt t="26239" x="1189038" y="5359400"/>
          <p14:tracePt t="26778" x="1196975" y="5359400"/>
          <p14:tracePt t="26786" x="1212850" y="5359400"/>
          <p14:tracePt t="26794" x="1227138" y="5359400"/>
          <p14:tracePt t="26806" x="1243013" y="5359400"/>
          <p14:tracePt t="26823" x="1274763" y="5359400"/>
          <p14:tracePt t="26839" x="1289050" y="5359400"/>
          <p14:tracePt t="26857" x="1296988" y="5359400"/>
          <p14:tracePt t="27107" x="1312863" y="5351463"/>
          <p14:tracePt t="27131" x="1328738" y="5351463"/>
          <p14:tracePt t="27139" x="1350963" y="5351463"/>
          <p14:tracePt t="27146" x="1374775" y="5351463"/>
          <p14:tracePt t="27157" x="1389063" y="5351463"/>
          <p14:tracePt t="27173" x="1412875" y="5351463"/>
          <p14:tracePt t="27227" x="1420813" y="5351463"/>
          <p14:tracePt t="27426" x="1428750" y="5351463"/>
          <p14:tracePt t="27435" x="1458913" y="5351463"/>
          <p14:tracePt t="27442" x="1482725" y="5351463"/>
          <p14:tracePt t="27458" x="1504950" y="5351463"/>
          <p14:tracePt t="27474" x="1552575" y="5351463"/>
          <p14:tracePt t="27491" x="1636713" y="5343525"/>
          <p14:tracePt t="27508" x="1660525" y="5343525"/>
          <p14:tracePt t="27525" x="1690688" y="5337175"/>
          <p14:tracePt t="27541" x="1722438" y="5321300"/>
          <p14:tracePt t="27558" x="1728788" y="5321300"/>
          <p14:tracePt t="27574" x="1744663" y="5313363"/>
          <p14:tracePt t="27594" x="1760538" y="5313363"/>
          <p14:tracePt t="27608" x="1768475" y="5313363"/>
          <p14:tracePt t="27635" x="1776413" y="5313363"/>
          <p14:tracePt t="28530" x="1790700" y="5313363"/>
          <p14:tracePt t="28538" x="1838325" y="5313363"/>
          <p14:tracePt t="28546" x="1868488" y="5321300"/>
          <p14:tracePt t="28560" x="1884363" y="5321300"/>
          <p14:tracePt t="28577" x="1900238" y="5329238"/>
          <p14:tracePt t="28594" x="1906588" y="5337175"/>
          <p14:tracePt t="28771" x="1906588" y="5343525"/>
          <p14:tracePt t="28779" x="1900238" y="5343525"/>
          <p14:tracePt t="28787" x="1868488" y="5351463"/>
          <p14:tracePt t="28794" x="1784350" y="5367338"/>
          <p14:tracePt t="28810" x="1628775" y="5429250"/>
          <p14:tracePt t="28827" x="1458913" y="5475288"/>
          <p14:tracePt t="28844" x="1196975" y="5568950"/>
          <p14:tracePt t="28861" x="1011238" y="5676900"/>
          <p14:tracePt t="28877" x="857250" y="5768975"/>
          <p14:tracePt t="28894" x="741363" y="5846763"/>
          <p14:tracePt t="28911" x="687388" y="5908675"/>
          <p14:tracePt t="28927" x="671513" y="5930900"/>
          <p14:tracePt t="28944" x="671513" y="5938838"/>
          <p14:tracePt t="28995" x="663575" y="5938838"/>
          <p14:tracePt t="29010" x="655638" y="5938838"/>
          <p14:tracePt t="29018" x="649288" y="5938838"/>
          <p14:tracePt t="29027" x="633413" y="5938838"/>
          <p14:tracePt t="29044" x="601663" y="5915025"/>
          <p14:tracePt t="29252" x="609600" y="5930900"/>
          <p14:tracePt t="29260" x="649288" y="5938838"/>
          <p14:tracePt t="29266" x="655638" y="5938838"/>
          <p14:tracePt t="29278" x="655638" y="5946775"/>
          <p14:tracePt t="29331" x="663575" y="5946775"/>
          <p14:tracePt t="29371" x="671513" y="5938838"/>
          <p14:tracePt t="29379" x="687388" y="5922963"/>
          <p14:tracePt t="29386" x="687388" y="5908675"/>
          <p14:tracePt t="29395" x="687388" y="5900738"/>
          <p14:tracePt t="29412" x="687388" y="5884863"/>
          <p14:tracePt t="29429" x="687388" y="5876925"/>
          <p14:tracePt t="30875" x="687388" y="5868988"/>
          <p14:tracePt t="30883" x="679450" y="5876925"/>
          <p14:tracePt t="30890" x="679450" y="5884863"/>
          <p14:tracePt t="30899" x="671513" y="5892800"/>
          <p14:tracePt t="31036" x="655638" y="5908675"/>
          <p14:tracePt t="31050" x="641350" y="5922963"/>
          <p14:tracePt t="31059" x="633413" y="5938838"/>
          <p14:tracePt t="31066" x="617538" y="5962650"/>
          <p14:tracePt t="31083" x="609600" y="5970588"/>
          <p14:tracePt t="31083" x="595313" y="5984875"/>
          <p14:tracePt t="31099" x="579438" y="6008688"/>
          <p14:tracePt t="31115" x="579438" y="6024563"/>
          <p14:tracePt t="31134" x="571500" y="6054725"/>
          <p14:tracePt t="31149" x="563563" y="6078538"/>
          <p14:tracePt t="31166" x="547688" y="6116638"/>
          <p14:tracePt t="31182" x="539750" y="6132513"/>
          <p14:tracePt t="31199" x="533400" y="6140450"/>
          <p14:tracePt t="31216" x="533400" y="6146800"/>
          <p14:tracePt t="31234" x="533400" y="6154738"/>
          <p14:tracePt t="31249" x="533400" y="6162675"/>
          <p14:tracePt t="31266" x="525463" y="6170613"/>
          <p14:tracePt t="31282" x="525463" y="6178550"/>
          <p14:tracePt t="31300" x="525463" y="6194425"/>
          <p14:tracePt t="31316" x="517525" y="6208713"/>
          <p14:tracePt t="31333" x="509588" y="6224588"/>
          <p14:tracePt t="31349" x="509588" y="6232525"/>
          <p14:tracePt t="31367" x="509588" y="6240463"/>
          <p14:tracePt t="31383" x="509588" y="6256338"/>
          <p14:tracePt t="31399" x="509588" y="6278563"/>
          <p14:tracePt t="31417" x="509588" y="6302375"/>
          <p14:tracePt t="31433" x="509588" y="6310313"/>
          <p14:tracePt t="31449" x="509588" y="6324600"/>
          <p14:tracePt t="31467" x="509588" y="6332538"/>
          <p14:tracePt t="31484" x="509588" y="6348413"/>
          <p14:tracePt t="31500" x="509588" y="6356350"/>
          <p14:tracePt t="31517" x="509588" y="6372225"/>
          <p14:tracePt t="31533" x="509588" y="6378575"/>
          <p14:tracePt t="31550" x="509588" y="6386513"/>
          <p14:tracePt t="31567" x="509588" y="6394450"/>
          <p14:tracePt t="31611" x="525463" y="6402388"/>
          <p14:tracePt t="31618" x="533400" y="6402388"/>
          <p14:tracePt t="31627" x="555625" y="6410325"/>
          <p14:tracePt t="31634" x="563563" y="6410325"/>
          <p14:tracePt t="31650" x="587375" y="6410325"/>
          <p14:tracePt t="31667" x="595313" y="6418263"/>
          <p14:tracePt t="31683" x="609600" y="6426200"/>
          <p14:tracePt t="31701" x="641350" y="6426200"/>
          <p14:tracePt t="31717" x="695325" y="6426200"/>
          <p14:tracePt t="31734" x="757238" y="6426200"/>
          <p14:tracePt t="31750" x="811213" y="6426200"/>
          <p14:tracePt t="31767" x="873125" y="6426200"/>
          <p14:tracePt t="31784" x="911225" y="6426200"/>
          <p14:tracePt t="31800" x="965200" y="6426200"/>
          <p14:tracePt t="31817" x="1035050" y="6426200"/>
          <p14:tracePt t="31835" x="1111250" y="6426200"/>
          <p14:tracePt t="31851" x="1158875" y="6426200"/>
          <p14:tracePt t="33803" x="1127125" y="6426200"/>
          <p14:tracePt t="33811" x="1057275" y="6432550"/>
          <p14:tracePt t="33822" x="1011238" y="6440488"/>
          <p14:tracePt t="33839" x="989013" y="6440488"/>
          <p14:tracePt t="33855" x="965200" y="6440488"/>
          <p14:tracePt t="33872" x="957263" y="6440488"/>
          <p14:tracePt t="33889" x="935038" y="6456363"/>
          <p14:tracePt t="33905" x="903288" y="6464300"/>
          <p14:tracePt t="33921" x="811213" y="6464300"/>
          <p14:tracePt t="33939" x="687388" y="6464300"/>
          <p14:tracePt t="33940" x="625475" y="6464300"/>
          <p14:tracePt t="33955" x="601663" y="6464300"/>
          <p14:tracePt t="33972" x="563563" y="6464300"/>
          <p14:tracePt t="33989" x="555625" y="6464300"/>
          <p14:tracePt t="34428" x="547688" y="6464300"/>
          <p14:tracePt t="34435" x="547688" y="6456363"/>
          <p14:tracePt t="34443" x="579438" y="6448425"/>
          <p14:tracePt t="34456" x="595313" y="6432550"/>
          <p14:tracePt t="34473" x="649288" y="6426200"/>
          <p14:tracePt t="34490" x="671513" y="6426200"/>
          <p14:tracePt t="34506" x="679450" y="6426200"/>
          <p14:tracePt t="35316" x="687388" y="6418263"/>
          <p14:tracePt t="35323" x="741363" y="6402388"/>
          <p14:tracePt t="35331" x="811213" y="6402388"/>
          <p14:tracePt t="35341" x="879475" y="6402388"/>
          <p14:tracePt t="35359" x="949325" y="6402388"/>
          <p14:tracePt t="35375" x="965200" y="6402388"/>
          <p14:tracePt t="36780" x="981075" y="6402388"/>
          <p14:tracePt t="36787" x="1158875" y="6418263"/>
          <p14:tracePt t="36796" x="1482725" y="6456363"/>
          <p14:tracePt t="36811" x="1860550" y="6456363"/>
          <p14:tracePt t="36828" x="3033713" y="6456363"/>
          <p14:tracePt t="36845" x="3698875" y="6378575"/>
          <p14:tracePt t="36862" x="4176713" y="6332538"/>
          <p14:tracePt t="36879" x="4394200" y="6302375"/>
          <p14:tracePt t="36896" x="4478338" y="6286500"/>
          <p14:tracePt t="36932" x="4486275" y="6278563"/>
          <p14:tracePt t="36940" x="4494213" y="6278563"/>
          <p14:tracePt t="36947" x="4508500" y="6278563"/>
          <p14:tracePt t="36963" x="4516438" y="6262688"/>
          <p14:tracePt t="36979" x="4508500" y="6232525"/>
          <p14:tracePt t="36995" x="4478338" y="6216650"/>
          <p14:tracePt t="36996" x="4470400" y="6200775"/>
          <p14:tracePt t="37301" x="4478338" y="6194425"/>
          <p14:tracePt t="37307" x="4494213" y="6186488"/>
          <p14:tracePt t="37315" x="4508500" y="6186488"/>
          <p14:tracePt t="37329" x="4532313" y="6178550"/>
          <p14:tracePt t="37346" x="4586288" y="6170613"/>
          <p14:tracePt t="37363" x="4586288" y="6162675"/>
          <p14:tracePt t="37364" x="4594225" y="6162675"/>
          <p14:tracePt t="37380" x="4610100" y="6162675"/>
          <p14:tracePt t="37380" x="4632325" y="6154738"/>
          <p14:tracePt t="37396" x="4656138" y="6146800"/>
          <p14:tracePt t="37413" x="4772025" y="6140450"/>
          <p14:tracePt t="37430" x="4918075" y="6140450"/>
          <p14:tracePt t="37448" x="5119688" y="6140450"/>
          <p14:tracePt t="37464" x="5481638" y="6178550"/>
          <p14:tracePt t="37480" x="6045200" y="6248400"/>
          <p14:tracePt t="37496" x="6562725" y="6286500"/>
          <p14:tracePt t="37513" x="6702425" y="6286500"/>
          <p14:tracePt t="37530" x="6732588" y="6286500"/>
          <p14:tracePt t="37605" x="6732588" y="6294438"/>
          <p14:tracePt t="37620" x="6724650" y="6294438"/>
          <p14:tracePt t="37628" x="6718300" y="6294438"/>
          <p14:tracePt t="37635" x="6718300" y="6286500"/>
          <p14:tracePt t="37647" x="6710363" y="6278563"/>
          <p14:tracePt t="37663" x="6724650" y="6194425"/>
          <p14:tracePt t="37680" x="6848475" y="5815013"/>
          <p14:tracePt t="37697" x="7010400" y="5089525"/>
          <p14:tracePt t="37714" x="7126288" y="4418013"/>
          <p14:tracePt t="37731" x="7196138" y="3914775"/>
          <p14:tracePt t="37747" x="7234238" y="3752850"/>
          <p14:tracePt t="37764" x="7265988" y="3668713"/>
          <p14:tracePt t="37780" x="7281863" y="3644900"/>
          <p14:tracePt t="37797" x="7296150" y="3636963"/>
          <p14:tracePt t="37820" x="7296150" y="3668713"/>
          <p14:tracePt t="37830" x="7258050" y="3760788"/>
          <p14:tracePt t="37847" x="7104063" y="4146550"/>
          <p14:tracePt t="37864" x="6948488" y="4595813"/>
          <p14:tracePt t="37880" x="6802438" y="4911725"/>
          <p14:tracePt t="37897" x="6740525" y="5027613"/>
          <p14:tracePt t="37915" x="6724650" y="50355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7295-2DD6-4AC3-D277-1D9405CA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539"/>
            <a:ext cx="10515600" cy="1325563"/>
          </a:xfrm>
        </p:spPr>
        <p:txBody>
          <a:bodyPr/>
          <a:lstStyle/>
          <a:p>
            <a:r>
              <a:rPr lang="en-US" dirty="0"/>
              <a:t>Controller Design (1) – Type III compensator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B5456C-87D7-4B30-66F2-1FA774EDF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532" y="1400374"/>
            <a:ext cx="3883042" cy="49304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82C3E7-A1C5-7266-9334-9F0D81CA75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567" y="1400374"/>
            <a:ext cx="4015497" cy="49646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3D6EF95-CA3A-FDC1-3A37-93B743CEBF1C}"/>
              </a:ext>
            </a:extLst>
          </p:cNvPr>
          <p:cNvSpPr txBox="1"/>
          <p:nvPr/>
        </p:nvSpPr>
        <p:spPr>
          <a:xfrm>
            <a:off x="2478426" y="6488668"/>
            <a:ext cx="1594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CCM_full</a:t>
            </a:r>
            <a:r>
              <a:rPr lang="en-US" dirty="0"/>
              <a:t> load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282D95-FAF5-A572-D4FD-A8F862BB1531}"/>
              </a:ext>
            </a:extLst>
          </p:cNvPr>
          <p:cNvSpPr txBox="1"/>
          <p:nvPr/>
        </p:nvSpPr>
        <p:spPr>
          <a:xfrm>
            <a:off x="7455075" y="6488668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DCM_ no load</a:t>
            </a:r>
          </a:p>
        </p:txBody>
      </p:sp>
      <p:pic>
        <p:nvPicPr>
          <p:cNvPr id="36" name="Audio 35">
            <a:hlinkClick r:id="" action="ppaction://media"/>
            <a:extLst>
              <a:ext uri="{FF2B5EF4-FFF2-40B4-BE49-F238E27FC236}">
                <a16:creationId xmlns:a16="http://schemas.microsoft.com/office/drawing/2014/main" id="{2DAF6391-F37D-FDCE-6DC0-E77E03820F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57061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742"/>
    </mc:Choice>
    <mc:Fallback>
      <p:transition spd="slow" advTm="487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60" x="6748463" y="5035550"/>
          <p14:tracePt t="667" x="6864350" y="4827588"/>
          <p14:tracePt t="676" x="7034213" y="4402138"/>
          <p14:tracePt t="692" x="7458075" y="3444875"/>
          <p14:tracePt t="708" x="7743825" y="2725738"/>
          <p14:tracePt t="725" x="7813675" y="2401888"/>
          <p14:tracePt t="742" x="7845425" y="2132013"/>
          <p14:tracePt t="759" x="7913688" y="1722438"/>
          <p14:tracePt t="775" x="8023225" y="1366838"/>
          <p14:tracePt t="792" x="8037513" y="1096963"/>
          <p14:tracePt t="809" x="8037513" y="911225"/>
          <p14:tracePt t="826" x="7975600" y="711200"/>
          <p14:tracePt t="842" x="7907338" y="571500"/>
          <p14:tracePt t="859" x="7845425" y="525463"/>
          <p14:tracePt t="860" x="7783513" y="525463"/>
          <p14:tracePt t="875" x="7651750" y="633413"/>
          <p14:tracePt t="892" x="7505700" y="803275"/>
          <p14:tracePt t="909" x="7343775" y="887413"/>
          <p14:tracePt t="926" x="7273925" y="903288"/>
          <p14:tracePt t="972" x="7304088" y="957263"/>
          <p14:tracePt t="980" x="7381875" y="1003300"/>
          <p14:tracePt t="994" x="7466013" y="1050925"/>
          <p14:tracePt t="1010" x="7559675" y="1143000"/>
          <p14:tracePt t="1027" x="7683500" y="1398588"/>
          <p14:tracePt t="1043" x="7729538" y="1506538"/>
          <p14:tracePt t="1043" x="7767638" y="1606550"/>
          <p14:tracePt t="1060" x="7797800" y="1676400"/>
          <p14:tracePt t="1060" x="7853363" y="1738313"/>
          <p14:tracePt t="1077" x="7883525" y="1768475"/>
          <p14:tracePt t="1395" x="7883525" y="1760538"/>
          <p14:tracePt t="1403" x="7859713" y="1722438"/>
          <p14:tracePt t="1411" x="7813675" y="1628775"/>
          <p14:tracePt t="1427" x="7713663" y="1506538"/>
          <p14:tracePt t="1443" x="6880225" y="849313"/>
          <p14:tracePt t="1460" x="6384925" y="563563"/>
          <p14:tracePt t="1478" x="6176963" y="431800"/>
          <p14:tracePt t="1494" x="6130925" y="385763"/>
          <p14:tracePt t="1532" x="6122988" y="371475"/>
          <p14:tracePt t="1852" x="6122988" y="393700"/>
          <p14:tracePt t="1859" x="6122988" y="409575"/>
          <p14:tracePt t="1867" x="6122988" y="425450"/>
          <p14:tracePt t="2013" x="6122988" y="431800"/>
          <p14:tracePt t="2469" x="6130925" y="439738"/>
          <p14:tracePt t="2476" x="6130925" y="471488"/>
          <p14:tracePt t="2483" x="6115050" y="525463"/>
          <p14:tracePt t="2496" x="6092825" y="579438"/>
          <p14:tracePt t="2514" x="6030913" y="703263"/>
          <p14:tracePt t="2516" x="6015038" y="749300"/>
          <p14:tracePt t="2529" x="5983288" y="803275"/>
          <p14:tracePt t="2547" x="5953125" y="857250"/>
          <p14:tracePt t="2547" x="5945188" y="881063"/>
          <p14:tracePt t="2563" x="5945188" y="887413"/>
          <p14:tracePt t="2579" x="5945188" y="919163"/>
          <p14:tracePt t="2596" x="5929313" y="935038"/>
          <p14:tracePt t="2613" x="5922963" y="942975"/>
          <p14:tracePt t="2668" x="5961063" y="942975"/>
          <p14:tracePt t="2675" x="5991225" y="942975"/>
          <p14:tracePt t="2683" x="6030913" y="942975"/>
          <p14:tracePt t="2697" x="6069013" y="942975"/>
          <p14:tracePt t="2713" x="6130925" y="942975"/>
          <p14:tracePt t="2730" x="6176963" y="949325"/>
          <p14:tracePt t="2747" x="6208713" y="965200"/>
          <p14:tracePt t="2763" x="6223000" y="965200"/>
          <p14:tracePt t="2780" x="6230938" y="973138"/>
          <p14:tracePt t="2781" x="6230938" y="981075"/>
          <p14:tracePt t="2796" x="6230938" y="1003300"/>
          <p14:tracePt t="2813" x="6230938" y="1042988"/>
          <p14:tracePt t="2830" x="6230938" y="1057275"/>
          <p14:tracePt t="3084" x="6238875" y="1057275"/>
          <p14:tracePt t="3100" x="6246813" y="1057275"/>
          <p14:tracePt t="3741" x="6246813" y="1050925"/>
          <p14:tracePt t="8269" x="6262688" y="1050925"/>
          <p14:tracePt t="8276" x="6276975" y="1057275"/>
          <p14:tracePt t="8284" x="6300788" y="1057275"/>
          <p14:tracePt t="8293" x="6308725" y="1073150"/>
          <p14:tracePt t="8309" x="6316663" y="1073150"/>
          <p14:tracePt t="8326" x="6330950" y="1073150"/>
          <p14:tracePt t="8373" x="6338888" y="1073150"/>
          <p14:tracePt t="8437" x="6338888" y="1081088"/>
          <p14:tracePt t="8444" x="6338888" y="1104900"/>
          <p14:tracePt t="8452" x="6346825" y="1112838"/>
          <p14:tracePt t="8476" x="6354763" y="1119188"/>
          <p14:tracePt t="10391" x="6354763" y="1135063"/>
          <p14:tracePt t="10405" x="6354763" y="1158875"/>
          <p14:tracePt t="10414" x="6346825" y="1158875"/>
          <p14:tracePt t="10421" x="6338888" y="1158875"/>
          <p14:tracePt t="10430" x="6330950" y="1158875"/>
          <p14:tracePt t="10510" x="6316663" y="1158875"/>
          <p14:tracePt t="10525" x="6308725" y="1150938"/>
          <p14:tracePt t="10646" x="6308725" y="1158875"/>
          <p14:tracePt t="10653" x="6308725" y="1173163"/>
          <p14:tracePt t="10664" x="6308725" y="1181100"/>
          <p14:tracePt t="10681" x="6308725" y="1196975"/>
          <p14:tracePt t="10698" x="6308725" y="1204913"/>
          <p14:tracePt t="11125" x="6284913" y="1212850"/>
          <p14:tracePt t="11133" x="6208713" y="1212850"/>
          <p14:tracePt t="11141" x="6138863" y="1212850"/>
          <p14:tracePt t="11149" x="6069013" y="1212850"/>
          <p14:tracePt t="11165" x="5953125" y="1212850"/>
          <p14:tracePt t="11182" x="5497513" y="1189038"/>
          <p14:tracePt t="11198" x="5095875" y="1173163"/>
          <p14:tracePt t="11216" x="4610100" y="1166813"/>
          <p14:tracePt t="11233" x="4230688" y="1166813"/>
          <p14:tracePt t="11248" x="3884613" y="1173163"/>
          <p14:tracePt t="11265" x="3659188" y="1220788"/>
          <p14:tracePt t="11282" x="3497263" y="1266825"/>
          <p14:tracePt t="11299" x="3413125" y="1312863"/>
          <p14:tracePt t="11315" x="3335338" y="1358900"/>
          <p14:tracePt t="11332" x="3297238" y="1404938"/>
          <p14:tracePt t="11349" x="3281363" y="1436688"/>
          <p14:tracePt t="11350" x="3273425" y="1444625"/>
          <p14:tracePt t="11366" x="3273425" y="1452563"/>
          <p14:tracePt t="11366" x="3273425" y="1466850"/>
          <p14:tracePt t="11382" x="3289300" y="1490663"/>
          <p14:tracePt t="11399" x="3343275" y="1520825"/>
          <p14:tracePt t="11416" x="3443288" y="1528763"/>
          <p14:tracePt t="11432" x="3513138" y="1528763"/>
          <p14:tracePt t="11449" x="3613150" y="1520825"/>
          <p14:tracePt t="11465" x="3644900" y="1474788"/>
          <p14:tracePt t="11797" x="3636963" y="1474788"/>
          <p14:tracePt t="11805" x="3621088" y="1474788"/>
          <p14:tracePt t="11813" x="3605213" y="1474788"/>
          <p14:tracePt t="11821" x="3598863" y="1474788"/>
          <p14:tracePt t="11833" x="3590925" y="1482725"/>
          <p14:tracePt t="11850" x="3551238" y="1498600"/>
          <p14:tracePt t="11866" x="3505200" y="1590675"/>
          <p14:tracePt t="11884" x="3497263" y="1622425"/>
          <p14:tracePt t="11901" x="3475038" y="1668463"/>
          <p14:tracePt t="11901" x="3467100" y="1690688"/>
          <p14:tracePt t="11917" x="3451225" y="1714500"/>
          <p14:tracePt t="11918" x="3451225" y="1730375"/>
          <p14:tracePt t="11934" x="3443288" y="1760538"/>
          <p14:tracePt t="11950" x="3429000" y="1806575"/>
          <p14:tracePt t="11967" x="3421063" y="1814513"/>
          <p14:tracePt t="11983" x="3397250" y="1854200"/>
          <p14:tracePt t="12319" x="3389313" y="1860550"/>
          <p14:tracePt t="12366" x="3373438" y="1860550"/>
          <p14:tracePt t="12373" x="3359150" y="1860550"/>
          <p14:tracePt t="12381" x="3359150" y="1846263"/>
          <p14:tracePt t="12511" x="3367088" y="1846263"/>
          <p14:tracePt t="12519" x="3381375" y="1846263"/>
          <p14:tracePt t="12549" x="3389313" y="1846263"/>
          <p14:tracePt t="12574" x="3413125" y="1846263"/>
          <p14:tracePt t="12581" x="3429000" y="1860550"/>
          <p14:tracePt t="12589" x="3435350" y="1876425"/>
          <p14:tracePt t="12602" x="3451225" y="1914525"/>
          <p14:tracePt t="12618" x="3459163" y="1954213"/>
          <p14:tracePt t="12635" x="3459163" y="1992313"/>
          <p14:tracePt t="12652" x="3467100" y="2030413"/>
          <p14:tracePt t="12668" x="3475038" y="2046288"/>
          <p14:tracePt t="12685" x="3482975" y="2062163"/>
          <p14:tracePt t="12702" x="3482975" y="2070100"/>
          <p14:tracePt t="12757" x="3482975" y="2085975"/>
          <p14:tracePt t="12765" x="3475038" y="2085975"/>
          <p14:tracePt t="12773" x="3475038" y="2100263"/>
          <p14:tracePt t="12785" x="3475038" y="2108200"/>
          <p14:tracePt t="12802" x="3475038" y="2124075"/>
          <p14:tracePt t="12819" x="3475038" y="2132013"/>
          <p14:tracePt t="12835" x="3475038" y="2139950"/>
          <p14:tracePt t="13374" x="3459163" y="2154238"/>
          <p14:tracePt t="13381" x="3451225" y="2154238"/>
          <p14:tracePt t="13389" x="3435350" y="2154238"/>
          <p14:tracePt t="13403" x="3429000" y="2154238"/>
          <p14:tracePt t="13420" x="3351213" y="2170113"/>
          <p14:tracePt t="13421" x="3313113" y="2193925"/>
          <p14:tracePt t="13436" x="3297238" y="2193925"/>
          <p14:tracePt t="13453" x="3219450" y="2224088"/>
          <p14:tracePt t="13470" x="3095625" y="2270125"/>
          <p14:tracePt t="13486" x="3027363" y="2324100"/>
          <p14:tracePt t="13503" x="3003550" y="2339975"/>
          <p14:tracePt t="13521" x="2987675" y="2355850"/>
          <p14:tracePt t="13590" x="2987675" y="2363788"/>
          <p14:tracePt t="13597" x="2979738" y="2378075"/>
          <p14:tracePt t="13605" x="2973388" y="2386013"/>
          <p14:tracePt t="13622" x="2949575" y="2386013"/>
          <p14:tracePt t="13637" x="2925763" y="2386013"/>
          <p14:tracePt t="13654" x="2871788" y="2386013"/>
          <p14:tracePt t="13671" x="2841625" y="2386013"/>
          <p14:tracePt t="13687" x="2809875" y="2386013"/>
          <p14:tracePt t="13704" x="2795588" y="2386013"/>
          <p14:tracePt t="13721" x="2787650" y="2386013"/>
          <p14:tracePt t="13750" x="2779713" y="2386013"/>
          <p14:tracePt t="13774" x="2771775" y="2386013"/>
          <p14:tracePt t="13789" x="2763838" y="2386013"/>
          <p14:tracePt t="14078" x="2763838" y="2401888"/>
          <p14:tracePt t="14086" x="2771775" y="2417763"/>
          <p14:tracePt t="14093" x="2779713" y="2425700"/>
          <p14:tracePt t="14105" x="2787650" y="2432050"/>
          <p14:tracePt t="14122" x="2803525" y="2439988"/>
          <p14:tracePt t="14138" x="2825750" y="2463800"/>
          <p14:tracePt t="14155" x="2849563" y="2479675"/>
          <p14:tracePt t="14172" x="2863850" y="2493963"/>
          <p14:tracePt t="14189" x="2895600" y="2509838"/>
          <p14:tracePt t="14189" x="2895600" y="2517775"/>
          <p14:tracePt t="14205" x="2911475" y="2517775"/>
          <p14:tracePt t="14222" x="2925763" y="2533650"/>
          <p14:tracePt t="14238" x="2957513" y="2547938"/>
          <p14:tracePt t="14255" x="3019425" y="2563813"/>
          <p14:tracePt t="14272" x="3073400" y="2571750"/>
          <p14:tracePt t="14289" x="3181350" y="2595563"/>
          <p14:tracePt t="14305" x="3305175" y="2595563"/>
          <p14:tracePt t="14322" x="3459163" y="2601913"/>
          <p14:tracePt t="14339" x="3582988" y="2609850"/>
          <p14:tracePt t="14356" x="3644900" y="2609850"/>
          <p14:tracePt t="14373" x="3652838" y="2609850"/>
          <p14:tracePt t="14389" x="3667125" y="2609850"/>
          <p14:tracePt t="14406" x="3675063" y="2609850"/>
          <p14:tracePt t="14423" x="3690938" y="2595563"/>
          <p14:tracePt t="14439" x="3698875" y="2595563"/>
          <p14:tracePt t="14456" x="3706813" y="2587625"/>
          <p14:tracePt t="14518" x="3721100" y="2579688"/>
          <p14:tracePt t="14525" x="3721100" y="2571750"/>
          <p14:tracePt t="14533" x="3729038" y="2563813"/>
          <p14:tracePt t="14556" x="3736975" y="2555875"/>
          <p14:tracePt t="15831" x="3744913" y="2555875"/>
          <p14:tracePt t="15838" x="3752850" y="2563813"/>
          <p14:tracePt t="15845" x="3760788" y="2587625"/>
          <p14:tracePt t="15859" x="3775075" y="2595563"/>
          <p14:tracePt t="15875" x="3790950" y="2609850"/>
          <p14:tracePt t="15892" x="3798888" y="2617788"/>
          <p14:tracePt t="16510" x="3806825" y="2663825"/>
          <p14:tracePt t="16518" x="3844925" y="2711450"/>
          <p14:tracePt t="16528" x="3884613" y="2765425"/>
          <p14:tracePt t="16543" x="3952875" y="2841625"/>
          <p14:tracePt t="16561" x="3984625" y="2881313"/>
          <p14:tracePt t="16577" x="3984625" y="2887663"/>
          <p14:tracePt t="16594" x="3992563" y="2887663"/>
          <p14:tracePt t="16894" x="4014788" y="2887663"/>
          <p14:tracePt t="16902" x="4046538" y="2887663"/>
          <p14:tracePt t="16911" x="4076700" y="2881313"/>
          <p14:tracePt t="16928" x="4114800" y="2873375"/>
          <p14:tracePt t="17246" x="4146550" y="2857500"/>
          <p14:tracePt t="17255" x="4168775" y="2857500"/>
          <p14:tracePt t="17265" x="4230688" y="2857500"/>
          <p14:tracePt t="17279" x="4346575" y="2849563"/>
          <p14:tracePt t="17295" x="4440238" y="2827338"/>
          <p14:tracePt t="17312" x="4462463" y="2803525"/>
          <p14:tracePt t="17329" x="4494213" y="2771775"/>
          <p14:tracePt t="17345" x="4516438" y="2711450"/>
          <p14:tracePt t="17362" x="4556125" y="2625725"/>
          <p14:tracePt t="17379" x="4570413" y="2587625"/>
          <p14:tracePt t="17395" x="4570413" y="2579688"/>
          <p14:tracePt t="17503" x="4594225" y="2579688"/>
          <p14:tracePt t="17510" x="4656138" y="2533650"/>
          <p14:tracePt t="17518" x="4779963" y="2371725"/>
          <p14:tracePt t="17529" x="4941888" y="2185988"/>
          <p14:tracePt t="17546" x="5181600" y="1644650"/>
          <p14:tracePt t="17563" x="5397500" y="1166813"/>
          <p14:tracePt t="17579" x="5559425" y="811213"/>
          <p14:tracePt t="17596" x="5637213" y="649288"/>
          <p14:tracePt t="17613" x="5683250" y="517525"/>
          <p14:tracePt t="17614" x="5713413" y="479425"/>
          <p14:tracePt t="17630" x="5767388" y="447675"/>
          <p14:tracePt t="17646" x="5775325" y="447675"/>
          <p14:tracePt t="17735" x="5783263" y="455613"/>
          <p14:tracePt t="17742" x="5783263" y="471488"/>
          <p14:tracePt t="17750" x="5783263" y="479425"/>
          <p14:tracePt t="17763" x="5775325" y="509588"/>
          <p14:tracePt t="17780" x="5737225" y="533400"/>
          <p14:tracePt t="17796" x="5729288" y="533400"/>
          <p14:tracePt t="17813" x="5713413" y="533400"/>
          <p14:tracePt t="17895" x="5705475" y="541338"/>
          <p14:tracePt t="18007" x="5699125" y="541338"/>
          <p14:tracePt t="23193" x="5683250" y="555625"/>
          <p14:tracePt t="23199" x="5675313" y="663575"/>
          <p14:tracePt t="23208" x="5683250" y="795338"/>
          <p14:tracePt t="23225" x="5753100" y="949325"/>
          <p14:tracePt t="23242" x="5799138" y="1035050"/>
          <p14:tracePt t="23258" x="5875338" y="1096963"/>
          <p14:tracePt t="23275" x="5915025" y="1119188"/>
          <p14:tracePt t="23294" x="5929313" y="1127125"/>
          <p14:tracePt t="23383" x="5929313" y="1135063"/>
          <p14:tracePt t="23391" x="5937250" y="1166813"/>
          <p14:tracePt t="23399" x="5945188" y="1189038"/>
          <p14:tracePt t="23408" x="5969000" y="1220788"/>
          <p14:tracePt t="23425" x="5969000" y="1235075"/>
          <p14:tracePt t="23442" x="5976938" y="1250950"/>
          <p14:tracePt t="23459" x="5976938" y="1282700"/>
          <p14:tracePt t="23476" x="5976938" y="1336675"/>
          <p14:tracePt t="23492" x="5976938" y="1374775"/>
          <p14:tracePt t="23509" x="5976938" y="1412875"/>
          <p14:tracePt t="23526" x="5976938" y="1444625"/>
          <p14:tracePt t="23655" x="5976938" y="1452563"/>
          <p14:tracePt t="23663" x="5961063" y="1452563"/>
          <p14:tracePt t="23671" x="5961063" y="1444625"/>
          <p14:tracePt t="23679" x="5953125" y="1412875"/>
          <p14:tracePt t="23693" x="5937250" y="1390650"/>
          <p14:tracePt t="23720" x="5922963" y="1382713"/>
          <p14:tracePt t="23727" x="5915025" y="1350963"/>
          <p14:tracePt t="23743" x="5899150" y="1336675"/>
          <p14:tracePt t="28673" x="5961063" y="1304925"/>
          <p14:tracePt t="28680" x="6076950" y="1228725"/>
          <p14:tracePt t="28688" x="6169025" y="1158875"/>
          <p14:tracePt t="28704" x="6238875" y="1089025"/>
          <p14:tracePt t="28720" x="6446838" y="833438"/>
          <p14:tracePt t="28737" x="6532563" y="541338"/>
          <p14:tracePt t="28754" x="6570663" y="223838"/>
          <p14:tracePt t="28984" x="6516688" y="285750"/>
          <p14:tracePt t="28992" x="6516688" y="679450"/>
          <p14:tracePt t="29000" x="6516688" y="1096963"/>
          <p14:tracePt t="29021" x="6516688" y="1954213"/>
          <p14:tracePt t="29037" x="6516688" y="2579688"/>
          <p14:tracePt t="29055" x="6516688" y="2865438"/>
          <p14:tracePt t="29072" x="6516688" y="3035300"/>
          <p14:tracePt t="29072" x="6532563" y="3119438"/>
          <p14:tracePt t="29088" x="6562725" y="3321050"/>
          <p14:tracePt t="29105" x="6562725" y="3421063"/>
          <p14:tracePt t="29121" x="6602413" y="3652838"/>
          <p14:tracePt t="29138" x="6632575" y="3768725"/>
          <p14:tracePt t="29155" x="6670675" y="3854450"/>
          <p14:tracePt t="29171" x="6686550" y="3892550"/>
          <p14:tracePt t="29188" x="6724650" y="3954463"/>
          <p14:tracePt t="29205" x="6764338" y="3992563"/>
          <p14:tracePt t="29222" x="6794500" y="4092575"/>
          <p14:tracePt t="29238" x="6856413" y="4248150"/>
          <p14:tracePt t="29256" x="6894513" y="4371975"/>
          <p14:tracePt t="29256" x="6926263" y="4410075"/>
          <p14:tracePt t="29272" x="6964363" y="4456113"/>
          <p14:tracePt t="29272" x="6996113" y="4486275"/>
          <p14:tracePt t="29289" x="7018338" y="4510088"/>
          <p14:tracePt t="29289" x="7026275" y="4510088"/>
          <p14:tracePt t="29385" x="7034213" y="4510088"/>
          <p14:tracePt t="29392" x="7004050" y="4486275"/>
          <p14:tracePt t="29424" x="6996113" y="4471988"/>
          <p14:tracePt t="29545" x="6988175" y="4471988"/>
          <p14:tracePt t="29552" x="6988175" y="4464050"/>
          <p14:tracePt t="29560" x="6964363" y="4448175"/>
          <p14:tracePt t="29576" x="6956425" y="4448175"/>
          <p14:tracePt t="29713" x="6956425" y="4464050"/>
          <p14:tracePt t="29720" x="6934200" y="4464050"/>
          <p14:tracePt t="29728" x="6934200" y="4494213"/>
          <p14:tracePt t="29739" x="6934200" y="4533900"/>
          <p14:tracePt t="29756" x="6942138" y="4618038"/>
          <p14:tracePt t="29773" x="6980238" y="4703763"/>
          <p14:tracePt t="29789" x="6996113" y="4765675"/>
          <p14:tracePt t="29806" x="7042150" y="4819650"/>
          <p14:tracePt t="29823" x="7072313" y="4873625"/>
          <p14:tracePt t="29824" x="7080250" y="4887913"/>
          <p14:tracePt t="29840" x="7088188" y="4903788"/>
          <p14:tracePt t="29857" x="7088188" y="4911725"/>
          <p14:tracePt t="29874" x="7088188" y="4919663"/>
          <p14:tracePt t="30026" x="7104063" y="4949825"/>
          <p14:tracePt t="30032" x="7104063" y="4989513"/>
          <p14:tracePt t="30040" x="7118350" y="5019675"/>
          <p14:tracePt t="30056" x="7196138" y="5167313"/>
          <p14:tracePt t="30073" x="7273925" y="5321300"/>
          <p14:tracePt t="30090" x="7327900" y="5475288"/>
          <p14:tracePt t="30107" x="7404100" y="5568950"/>
          <p14:tracePt t="30124" x="7427913" y="5607050"/>
          <p14:tracePt t="30141" x="7451725" y="5637213"/>
          <p14:tracePt t="30157" x="7451725" y="5645150"/>
          <p14:tracePt t="30217" x="7458075" y="5661025"/>
          <p14:tracePt t="30226" x="7473950" y="5691188"/>
          <p14:tracePt t="30233" x="7489825" y="5707063"/>
          <p14:tracePt t="30241" x="7497763" y="5715000"/>
          <p14:tracePt t="30257" x="7519988" y="5745163"/>
          <p14:tracePt t="30274" x="7551738" y="5784850"/>
          <p14:tracePt t="30291" x="7581900" y="5815013"/>
          <p14:tracePt t="30307" x="7605713" y="5854700"/>
          <p14:tracePt t="30324" x="7627938" y="5876925"/>
          <p14:tracePt t="30341" x="7651750" y="5884863"/>
          <p14:tracePt t="30440" x="7683500" y="5900738"/>
          <p14:tracePt t="30448" x="7705725" y="5908675"/>
          <p14:tracePt t="30458" x="7737475" y="5922963"/>
          <p14:tracePt t="30474" x="7813675" y="5946775"/>
          <p14:tracePt t="30491" x="7913688" y="5976938"/>
          <p14:tracePt t="30507" x="7953375" y="5976938"/>
          <p14:tracePt t="30525" x="7975600" y="5976938"/>
          <p14:tracePt t="30729" x="7961313" y="5976938"/>
          <p14:tracePt t="30736" x="7929563" y="5976938"/>
          <p14:tracePt t="30744" x="7867650" y="5976938"/>
          <p14:tracePt t="30758" x="7791450" y="5976938"/>
          <p14:tracePt t="30775" x="7659688" y="5976938"/>
          <p14:tracePt t="30776" x="7605713" y="5976938"/>
          <p14:tracePt t="30791" x="7581900" y="5976938"/>
          <p14:tracePt t="30808" x="7573963" y="5976938"/>
          <p14:tracePt t="30809" x="7567613" y="5976938"/>
          <p14:tracePt t="30865" x="7559675" y="5984875"/>
          <p14:tracePt t="30872" x="7551738" y="5984875"/>
          <p14:tracePt t="30881" x="7535863" y="5984875"/>
          <p14:tracePt t="30892" x="7519988" y="5984875"/>
          <p14:tracePt t="30908" x="7497763" y="5984875"/>
          <p14:tracePt t="31337" x="7489825" y="5984875"/>
          <p14:tracePt t="35267" x="7458075" y="5730875"/>
          <p14:tracePt t="35274" x="7397750" y="5321300"/>
          <p14:tracePt t="35285" x="7366000" y="4857750"/>
          <p14:tracePt t="35302" x="7250113" y="3876675"/>
          <p14:tracePt t="35318" x="7034213" y="2749550"/>
          <p14:tracePt t="35335" x="6548438" y="1568450"/>
          <p14:tracePt t="35352" x="5991225" y="671513"/>
          <p14:tracePt t="35353" x="5745163" y="293688"/>
          <p14:tracePt t="35369" x="5597525" y="69850"/>
          <p14:tracePt t="38729" x="6532563" y="115888"/>
          <p14:tracePt t="38742" x="6562725" y="169863"/>
          <p14:tracePt t="38759" x="6594475" y="215900"/>
          <p14:tracePt t="38776" x="6602413" y="247650"/>
          <p14:tracePt t="38793" x="6656388" y="323850"/>
          <p14:tracePt t="38809" x="6656388" y="339725"/>
          <p14:tracePt t="38810" x="6662738" y="371475"/>
          <p14:tracePt t="38826" x="6662738" y="393700"/>
          <p14:tracePt t="38843" x="6670675" y="409575"/>
          <p14:tracePt t="38882" x="6686550" y="409575"/>
          <p14:tracePt t="38889" x="6702425" y="385763"/>
          <p14:tracePt t="38898" x="6718300" y="355600"/>
          <p14:tracePt t="38909" x="6724650" y="339725"/>
          <p14:tracePt t="38926" x="6724650" y="323850"/>
          <p14:tracePt t="39155" x="6724650" y="309563"/>
          <p14:tracePt t="39178" x="6718300" y="301625"/>
          <p14:tracePt t="39185" x="6694488" y="293688"/>
          <p14:tracePt t="39194" x="6670675" y="285750"/>
          <p14:tracePt t="39210" x="6616700" y="269875"/>
          <p14:tracePt t="39227" x="6508750" y="269875"/>
          <p14:tracePt t="39244" x="6384925" y="301625"/>
          <p14:tracePt t="39260" x="6099175" y="439738"/>
          <p14:tracePt t="39277" x="5759450" y="617538"/>
          <p14:tracePt t="39293" x="5637213" y="649288"/>
          <p14:tracePt t="39311" x="5621338" y="649288"/>
          <p14:tracePt t="39370" x="5637213" y="649288"/>
          <p14:tracePt t="39514" x="5643563" y="649288"/>
          <p14:tracePt t="39521" x="5713413" y="711200"/>
          <p14:tracePt t="39529" x="5767388" y="779463"/>
          <p14:tracePt t="39544" x="5821363" y="857250"/>
          <p14:tracePt t="39561" x="5922963" y="1019175"/>
          <p14:tracePt t="39578" x="5976938" y="1127125"/>
          <p14:tracePt t="39594" x="5999163" y="1235075"/>
          <p14:tracePt t="39611" x="5999163" y="1274763"/>
          <p14:tracePt t="39628" x="5999163" y="1296988"/>
          <p14:tracePt t="39645" x="5999163" y="1304925"/>
          <p14:tracePt t="39762" x="5991225" y="1312863"/>
          <p14:tracePt t="39769" x="5991225" y="1320800"/>
          <p14:tracePt t="39778" x="5976938" y="1320800"/>
          <p14:tracePt t="39796" x="5953125" y="1343025"/>
          <p14:tracePt t="39811" x="5945188" y="1343025"/>
          <p14:tracePt t="41587" x="5945188" y="1390650"/>
          <p14:tracePt t="41594" x="5953125" y="1398588"/>
          <p14:tracePt t="41602" x="5953125" y="1404938"/>
          <p14:tracePt t="41626" x="5961063" y="1412875"/>
          <p14:tracePt t="42996" x="5953125" y="1428750"/>
          <p14:tracePt t="43005" x="5891213" y="1436688"/>
          <p14:tracePt t="43010" x="5845175" y="1458913"/>
          <p14:tracePt t="43018" x="5821363" y="1482725"/>
          <p14:tracePt t="43035" x="5791200" y="1574800"/>
          <p14:tracePt t="43052" x="5775325" y="1690688"/>
          <p14:tracePt t="43069" x="5813425" y="1838325"/>
          <p14:tracePt t="43085" x="5915025" y="2000250"/>
          <p14:tracePt t="43102" x="6053138" y="2170113"/>
          <p14:tracePt t="43119" x="6192838" y="2262188"/>
          <p14:tracePt t="43136" x="6300788" y="2316163"/>
          <p14:tracePt t="43153" x="6370638" y="2324100"/>
          <p14:tracePt t="43169" x="6384925" y="2324100"/>
          <p14:tracePt t="43186" x="6424613" y="2270125"/>
          <p14:tracePt t="43202" x="6454775" y="2162175"/>
          <p14:tracePt t="43219" x="6446838" y="2008188"/>
          <p14:tracePt t="43236" x="6330950" y="1908175"/>
          <p14:tracePt t="43253" x="6138863" y="1854200"/>
          <p14:tracePt t="43269" x="6015038" y="1846263"/>
          <p14:tracePt t="43286" x="5929313" y="1868488"/>
          <p14:tracePt t="43303" x="5853113" y="1992313"/>
          <p14:tracePt t="43319" x="5845175" y="2154238"/>
          <p14:tracePt t="43336" x="5845175" y="2339975"/>
          <p14:tracePt t="43353" x="5861050" y="2479675"/>
          <p14:tracePt t="43369" x="5969000" y="2601913"/>
          <p14:tracePt t="43386" x="6184900" y="2695575"/>
          <p14:tracePt t="43387" x="6276975" y="2725738"/>
          <p14:tracePt t="43402" x="6500813" y="2749550"/>
          <p14:tracePt t="43419" x="6640513" y="2749550"/>
          <p14:tracePt t="43436" x="6724650" y="2711450"/>
          <p14:tracePt t="43453" x="6740525" y="2671763"/>
          <p14:tracePt t="43469" x="6740525" y="2625725"/>
          <p14:tracePt t="43486" x="6702425" y="2555875"/>
          <p14:tracePt t="43503" x="6624638" y="2486025"/>
          <p14:tracePt t="43520" x="6570663" y="2455863"/>
          <p14:tracePt t="43536" x="6470650" y="2432050"/>
          <p14:tracePt t="43553" x="6354763" y="2425700"/>
          <p14:tracePt t="43570" x="6284913" y="2425700"/>
          <p14:tracePt t="43570" x="6238875" y="2432050"/>
          <p14:tracePt t="43587" x="6208713" y="2447925"/>
          <p14:tracePt t="43603" x="6200775" y="2455863"/>
          <p14:tracePt t="47667" x="6200775" y="2579688"/>
          <p14:tracePt t="47675" x="6392863" y="2819400"/>
          <p14:tracePt t="47683" x="6548438" y="3011488"/>
          <p14:tracePt t="47695" x="6670675" y="3181350"/>
          <p14:tracePt t="47712" x="6772275" y="3413125"/>
          <p14:tracePt t="47729" x="6840538" y="3590925"/>
          <p14:tracePt t="47746" x="6918325" y="3760788"/>
          <p14:tracePt t="47763" x="6956425" y="3868738"/>
          <p14:tracePt t="47763" x="6964363" y="3922713"/>
          <p14:tracePt t="47779" x="6964363" y="3976688"/>
          <p14:tracePt t="47796" x="6964363" y="4092575"/>
          <p14:tracePt t="47812" x="6942138" y="4262438"/>
          <p14:tracePt t="47829" x="6910388" y="4340225"/>
          <p14:tracePt t="47846" x="6880225" y="43942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7295-2DD6-4AC3-D277-1D9405CA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539"/>
            <a:ext cx="10515600" cy="1325563"/>
          </a:xfrm>
        </p:spPr>
        <p:txBody>
          <a:bodyPr/>
          <a:lstStyle/>
          <a:p>
            <a:r>
              <a:rPr lang="en-US" dirty="0"/>
              <a:t>Controller Design (2)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57637-2407-AA08-02C3-CBB4C9635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390312"/>
            <a:ext cx="10336067" cy="4839375"/>
          </a:xfrm>
          <a:prstGeom prst="rect">
            <a:avLst/>
          </a:prstGeom>
        </p:spPr>
      </p:pic>
      <p:pic>
        <p:nvPicPr>
          <p:cNvPr id="28" name="Audio 27">
            <a:hlinkClick r:id="" action="ppaction://media"/>
            <a:extLst>
              <a:ext uri="{FF2B5EF4-FFF2-40B4-BE49-F238E27FC236}">
                <a16:creationId xmlns:a16="http://schemas.microsoft.com/office/drawing/2014/main" id="{009860D1-157A-3086-9510-F3D7457793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27020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120"/>
    </mc:Choice>
    <mc:Fallback>
      <p:transition spd="slow" advTm="231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66" x="6888163" y="4394200"/>
          <p14:tracePt t="673" x="7064375" y="4378325"/>
          <p14:tracePt t="685" x="7204075" y="4316413"/>
          <p14:tracePt t="702" x="7273925" y="4248150"/>
          <p14:tracePt t="718" x="7250113" y="4092575"/>
          <p14:tracePt t="735" x="7142163" y="3838575"/>
          <p14:tracePt t="752" x="6972300" y="3421063"/>
          <p14:tracePt t="769" x="6832600" y="2865438"/>
          <p14:tracePt t="785" x="6818313" y="2108200"/>
          <p14:tracePt t="802" x="6948488" y="803275"/>
          <p14:tracePt t="819" x="6948488" y="200025"/>
          <p14:tracePt t="1225" x="5227638" y="53975"/>
          <p14:tracePt t="1233" x="5181600" y="223838"/>
          <p14:tracePt t="1241" x="5133975" y="393700"/>
          <p14:tracePt t="1253" x="5103813" y="595313"/>
          <p14:tracePt t="1270" x="5026025" y="942975"/>
          <p14:tracePt t="1286" x="5003800" y="1166813"/>
          <p14:tracePt t="1303" x="4979988" y="1266825"/>
          <p14:tracePt t="1321" x="4979988" y="1274763"/>
          <p14:tracePt t="1337" x="4979988" y="1282700"/>
          <p14:tracePt t="1354" x="4957763" y="1289050"/>
          <p14:tracePt t="1370" x="4957763" y="1296988"/>
          <p14:tracePt t="1387" x="4949825" y="1296988"/>
          <p14:tracePt t="1409" x="4949825" y="1304925"/>
          <p14:tracePt t="1546" x="4933950" y="1296988"/>
          <p14:tracePt t="1553" x="4933950" y="1266825"/>
          <p14:tracePt t="1561" x="4933950" y="1258888"/>
          <p14:tracePt t="1570" x="4933950" y="1243013"/>
          <p14:tracePt t="1602" x="4918075" y="1228725"/>
          <p14:tracePt t="1609" x="4903788" y="1204913"/>
          <p14:tracePt t="1621" x="4887913" y="1196975"/>
          <p14:tracePt t="1666" x="4856163" y="1220788"/>
          <p14:tracePt t="1673" x="4810125" y="1266825"/>
          <p14:tracePt t="1681" x="4740275" y="1358900"/>
          <p14:tracePt t="1689" x="4640263" y="1506538"/>
          <p14:tracePt t="1704" x="4556125" y="1636713"/>
          <p14:tracePt t="1705" x="4454525" y="1838325"/>
          <p14:tracePt t="1721" x="4386263" y="2108200"/>
          <p14:tracePt t="1738" x="4246563" y="2725738"/>
          <p14:tracePt t="1754" x="4432300" y="3652838"/>
          <p14:tracePt t="1771" x="4672013" y="4046538"/>
          <p14:tracePt t="1787" x="4903788" y="4402138"/>
          <p14:tracePt t="1804" x="5181600" y="4749800"/>
          <p14:tracePt t="1821" x="5359400" y="5003800"/>
          <p14:tracePt t="1837" x="5467350" y="5135563"/>
          <p14:tracePt t="1855" x="5529263" y="5167313"/>
          <p14:tracePt t="1871" x="5543550" y="5173663"/>
          <p14:tracePt t="1888" x="5551488" y="5173663"/>
          <p14:tracePt t="1905" x="5575300" y="5167313"/>
          <p14:tracePt t="1906" x="5583238" y="5167313"/>
          <p14:tracePt t="1921" x="5605463" y="5167313"/>
          <p14:tracePt t="2002" x="5613400" y="5159375"/>
          <p14:tracePt t="2250" x="5621338" y="5159375"/>
          <p14:tracePt t="2258" x="5637213" y="5151438"/>
          <p14:tracePt t="2266" x="5651500" y="5151438"/>
          <p14:tracePt t="2289" x="5713413" y="5097463"/>
          <p14:tracePt t="2305" x="5713413" y="5089525"/>
          <p14:tracePt t="2521" x="5721350" y="5089525"/>
          <p14:tracePt t="2898" x="5737225" y="5089525"/>
          <p14:tracePt t="2905" x="5767388" y="5119688"/>
          <p14:tracePt t="2913" x="5775325" y="5127625"/>
          <p14:tracePt t="2923" x="5775325" y="5143500"/>
          <p14:tracePt t="2940" x="5775325" y="5167313"/>
          <p14:tracePt t="2957" x="5783263" y="5189538"/>
          <p14:tracePt t="3041" x="5791200" y="5213350"/>
          <p14:tracePt t="3049" x="5799138" y="5213350"/>
          <p14:tracePt t="3065" x="5807075" y="5221288"/>
          <p14:tracePt t="3162" x="5807075" y="5213350"/>
          <p14:tracePt t="3169" x="5807075" y="5197475"/>
          <p14:tracePt t="3177" x="5821363" y="5189538"/>
          <p14:tracePt t="3190" x="5821363" y="5167313"/>
          <p14:tracePt t="3207" x="5837238" y="5119688"/>
          <p14:tracePt t="3224" x="5837238" y="5057775"/>
          <p14:tracePt t="3225" x="5837238" y="5011738"/>
          <p14:tracePt t="3241" x="5837238" y="4957763"/>
          <p14:tracePt t="3242" x="5853113" y="4911725"/>
          <p14:tracePt t="3257" x="5861050" y="4849813"/>
          <p14:tracePt t="3274" x="5868988" y="4741863"/>
          <p14:tracePt t="3275" x="5868988" y="4703763"/>
          <p14:tracePt t="3291" x="5868988" y="4587875"/>
          <p14:tracePt t="3307" x="5868988" y="4533900"/>
          <p14:tracePt t="3324" x="5868988" y="4486275"/>
          <p14:tracePt t="3342" x="5868988" y="4432300"/>
          <p14:tracePt t="3357" x="5868988" y="4410075"/>
          <p14:tracePt t="3374" x="5868988" y="4394200"/>
          <p14:tracePt t="3391" x="5861050" y="4378325"/>
          <p14:tracePt t="3627" x="5861050" y="4386263"/>
          <p14:tracePt t="3634" x="5861050" y="4418013"/>
          <p14:tracePt t="3642" x="5861050" y="4456113"/>
          <p14:tracePt t="3659" x="5853113" y="4502150"/>
          <p14:tracePt t="3675" x="5853113" y="4533900"/>
          <p14:tracePt t="3834" x="5853113" y="4518025"/>
          <p14:tracePt t="3841" x="5853113" y="4510088"/>
          <p14:tracePt t="3849" x="5853113" y="4486275"/>
          <p14:tracePt t="3858" x="5853113" y="4479925"/>
          <p14:tracePt t="3875" x="5853113" y="4456113"/>
          <p14:tracePt t="3892" x="5853113" y="4432300"/>
          <p14:tracePt t="3909" x="5853113" y="4410075"/>
          <p14:tracePt t="3925" x="5853113" y="4394200"/>
          <p14:tracePt t="3942" x="5853113" y="4386263"/>
          <p14:tracePt t="4035" x="5845175" y="4378325"/>
          <p14:tracePt t="5011" x="5853113" y="4378325"/>
          <p14:tracePt t="5946" x="5861050" y="4386263"/>
          <p14:tracePt t="5954" x="5861050" y="4394200"/>
          <p14:tracePt t="6018" x="5861050" y="4402138"/>
          <p14:tracePt t="6203" x="5861050" y="4418013"/>
          <p14:tracePt t="6210" x="5861050" y="4432300"/>
          <p14:tracePt t="6218" x="5868988" y="4448175"/>
          <p14:tracePt t="6231" x="5875338" y="4471988"/>
          <p14:tracePt t="6247" x="5907088" y="4502150"/>
          <p14:tracePt t="6264" x="5929313" y="4533900"/>
          <p14:tracePt t="6281" x="5953125" y="4564063"/>
          <p14:tracePt t="6297" x="5953125" y="4572000"/>
          <p14:tracePt t="6314" x="5953125" y="4587875"/>
          <p14:tracePt t="6315" x="5953125" y="4595813"/>
          <p14:tracePt t="6331" x="5953125" y="4610100"/>
          <p14:tracePt t="6347" x="5953125" y="4625975"/>
          <p14:tracePt t="6364" x="5945188" y="4633913"/>
          <p14:tracePt t="6381" x="5945188" y="4641850"/>
          <p14:tracePt t="7762" x="5945188" y="4633913"/>
          <p14:tracePt t="7770" x="5953125" y="4625975"/>
          <p14:tracePt t="7802" x="5961063" y="4610100"/>
          <p14:tracePt t="7818" x="5976938" y="4602163"/>
          <p14:tracePt t="7826" x="5976938" y="4595813"/>
          <p14:tracePt t="7835" x="5991225" y="4587875"/>
          <p14:tracePt t="7851" x="5999163" y="4579938"/>
          <p14:tracePt t="7868" x="6015038" y="4556125"/>
          <p14:tracePt t="7885" x="6015038" y="4548188"/>
          <p14:tracePt t="7906" x="6022975" y="4541838"/>
          <p14:tracePt t="7918" x="6022975" y="4533900"/>
          <p14:tracePt t="7934" x="6030913" y="4510088"/>
          <p14:tracePt t="7951" x="6030913" y="4471988"/>
          <p14:tracePt t="7968" x="6030913" y="4402138"/>
          <p14:tracePt t="7984" x="6030913" y="4340225"/>
          <p14:tracePt t="8001" x="6030913" y="4294188"/>
          <p14:tracePt t="8018" x="6030913" y="4286250"/>
          <p14:tracePt t="8019" x="6030913" y="4278313"/>
          <p14:tracePt t="8034" x="6030913" y="4270375"/>
          <p14:tracePt t="8587" x="6030913" y="4256088"/>
          <p14:tracePt t="8595" x="5999163" y="4194175"/>
          <p14:tracePt t="8605" x="5969000" y="4154488"/>
          <p14:tracePt t="8619" x="5853113" y="4046538"/>
          <p14:tracePt t="8636" x="5705475" y="3976688"/>
          <p14:tracePt t="8653" x="5575300" y="3914775"/>
          <p14:tracePt t="8670" x="5459413" y="3900488"/>
          <p14:tracePt t="8686" x="5365750" y="3884613"/>
          <p14:tracePt t="8703" x="5257800" y="3884613"/>
          <p14:tracePt t="8719" x="5133975" y="3884613"/>
          <p14:tracePt t="8736" x="5026025" y="3884613"/>
          <p14:tracePt t="8753" x="4949825" y="3892550"/>
          <p14:tracePt t="8771" x="4864100" y="3900488"/>
          <p14:tracePt t="8786" x="4818063" y="3900488"/>
          <p14:tracePt t="8787" x="4779963" y="3900488"/>
          <p14:tracePt t="8803" x="4694238" y="3900488"/>
          <p14:tracePt t="8819" x="4624388" y="3900488"/>
          <p14:tracePt t="8836" x="4564063" y="3900488"/>
          <p14:tracePt t="8853" x="4524375" y="3900488"/>
          <p14:tracePt t="8870" x="4516438" y="3892550"/>
          <p14:tracePt t="8886" x="4508500" y="3884613"/>
          <p14:tracePt t="8931" x="4494213" y="3868738"/>
          <p14:tracePt t="8938" x="4454525" y="3822700"/>
          <p14:tracePt t="8946" x="4394200" y="3800475"/>
          <p14:tracePt t="8954" x="4316413" y="3768725"/>
          <p14:tracePt t="8970" x="4224338" y="3722688"/>
          <p14:tracePt t="8971" x="4138613" y="3690938"/>
          <p14:tracePt t="8986" x="4030663" y="3652838"/>
          <p14:tracePt t="9003" x="3814763" y="3598863"/>
          <p14:tracePt t="9021" x="3783013" y="3590925"/>
          <p14:tracePt t="9037" x="3775075" y="3582988"/>
          <p14:tracePt t="9075" x="3752850" y="3582988"/>
          <p14:tracePt t="9082" x="3721100" y="3590925"/>
          <p14:tracePt t="9090" x="3690938" y="3590925"/>
          <p14:tracePt t="9104" x="3644900" y="3590925"/>
          <p14:tracePt t="9121" x="3544888" y="3614738"/>
          <p14:tracePt t="9137" x="3413125" y="3622675"/>
          <p14:tracePt t="9154" x="3265488" y="3644900"/>
          <p14:tracePt t="9171" x="3127375" y="3690938"/>
          <p14:tracePt t="9171" x="3073400" y="3714750"/>
          <p14:tracePt t="9187" x="3003550" y="3768725"/>
          <p14:tracePt t="9204" x="2957513" y="3846513"/>
          <p14:tracePt t="9221" x="2919413" y="3884613"/>
          <p14:tracePt t="9237" x="2919413" y="3914775"/>
          <p14:tracePt t="9254" x="2911475" y="3954463"/>
          <p14:tracePt t="9270" x="2895600" y="3992563"/>
          <p14:tracePt t="9287" x="2857500" y="4054475"/>
          <p14:tracePt t="9304" x="2809875" y="4170363"/>
          <p14:tracePt t="9321" x="2779713" y="4262438"/>
          <p14:tracePt t="9338" x="2779713" y="4310063"/>
          <p14:tracePt t="9355" x="2779713" y="4348163"/>
          <p14:tracePt t="9371" x="2779713" y="4394200"/>
          <p14:tracePt t="9387" x="2779713" y="4418013"/>
          <p14:tracePt t="9405" x="2779713" y="4448175"/>
          <p14:tracePt t="9421" x="2787650" y="4486275"/>
          <p14:tracePt t="9438" x="2809875" y="4518025"/>
          <p14:tracePt t="9455" x="2809875" y="4533900"/>
          <p14:tracePt t="9471" x="2809875" y="4556125"/>
          <p14:tracePt t="9488" x="2817813" y="4579938"/>
          <p14:tracePt t="9505" x="2833688" y="4633913"/>
          <p14:tracePt t="9523" x="2849563" y="4695825"/>
          <p14:tracePt t="9525" x="2871788" y="4741863"/>
          <p14:tracePt t="9538" x="2879725" y="4787900"/>
          <p14:tracePt t="9554" x="2911475" y="4841875"/>
          <p14:tracePt t="9571" x="2941638" y="4895850"/>
          <p14:tracePt t="9588" x="2949575" y="4927600"/>
          <p14:tracePt t="9605" x="2957513" y="4965700"/>
          <p14:tracePt t="9621" x="2965450" y="4997450"/>
          <p14:tracePt t="9638" x="2979738" y="5043488"/>
          <p14:tracePt t="9655" x="2987675" y="5081588"/>
          <p14:tracePt t="9672" x="3003550" y="5113338"/>
          <p14:tracePt t="11628" x="3003550" y="5119688"/>
          <p14:tracePt t="11646" x="3033713" y="5151438"/>
          <p14:tracePt t="11652" x="3149600" y="5229225"/>
          <p14:tracePt t="11660" x="3211513" y="5275263"/>
          <p14:tracePt t="11676" x="3313113" y="5321300"/>
          <p14:tracePt t="11692" x="3397250" y="5343525"/>
          <p14:tracePt t="11710" x="3497263" y="5343525"/>
          <p14:tracePt t="11726" x="3536950" y="5343525"/>
          <p14:tracePt t="11743" x="3559175" y="5343525"/>
          <p14:tracePt t="13676" x="3667125" y="5351463"/>
          <p14:tracePt t="13683" x="3783013" y="5399088"/>
          <p14:tracePt t="13691" x="3952875" y="5445125"/>
          <p14:tracePt t="13699" x="4146550" y="5507038"/>
          <p14:tracePt t="13713" x="4292600" y="5545138"/>
          <p14:tracePt t="13730" x="4470400" y="5599113"/>
          <p14:tracePt t="13747" x="4578350" y="5629275"/>
          <p14:tracePt t="13748" x="4632325" y="5645150"/>
          <p14:tracePt t="13764" x="4718050" y="5653088"/>
          <p14:tracePt t="13780" x="4802188" y="5668963"/>
          <p14:tracePt t="13798" x="4895850" y="5668963"/>
          <p14:tracePt t="13814" x="4979988" y="5668963"/>
          <p14:tracePt t="13831" x="4987925" y="5668963"/>
          <p14:tracePt t="13848" x="5003800" y="5668963"/>
          <p14:tracePt t="13864" x="5011738" y="5668963"/>
          <p14:tracePt t="13881" x="5018088" y="5668963"/>
          <p14:tracePt t="13898" x="5041900" y="5668963"/>
          <p14:tracePt t="13915" x="5073650" y="5645150"/>
          <p14:tracePt t="13931" x="5080000" y="5645150"/>
          <p14:tracePt t="13948" x="5087938" y="5637213"/>
          <p14:tracePt t="15517" x="5095875" y="5629275"/>
          <p14:tracePt t="15588" x="5141913" y="5629275"/>
          <p14:tracePt t="15595" x="5257800" y="5607050"/>
          <p14:tracePt t="15603" x="5373688" y="5607050"/>
          <p14:tracePt t="15618" x="5443538" y="5607050"/>
          <p14:tracePt t="15619" x="5505450" y="5607050"/>
          <p14:tracePt t="15635" x="5559425" y="5607050"/>
          <p14:tracePt t="15636" x="5589588" y="5607050"/>
          <p14:tracePt t="15651" x="5597525" y="5607050"/>
          <p14:tracePt t="15652" x="5605463" y="5607050"/>
          <p14:tracePt t="16413" x="5613400" y="5607050"/>
          <p14:tracePt t="16420" x="5643563" y="5607050"/>
          <p14:tracePt t="16427" x="5705475" y="5575300"/>
          <p14:tracePt t="16436" x="5737225" y="5553075"/>
          <p14:tracePt t="16453" x="5791200" y="5529263"/>
          <p14:tracePt t="16470" x="5813425" y="5514975"/>
          <p14:tracePt t="20429" x="5837238" y="5491163"/>
          <p14:tracePt t="20436" x="5961063" y="5391150"/>
          <p14:tracePt t="20445" x="6115050" y="5259388"/>
          <p14:tracePt t="20462" x="6323013" y="5057775"/>
          <p14:tracePt t="20479" x="6378575" y="5003800"/>
          <p14:tracePt t="20496" x="6378575" y="4973638"/>
          <p14:tracePt t="20512" x="6378575" y="4895850"/>
          <p14:tracePt t="20529" x="6316663" y="4795838"/>
          <p14:tracePt t="20546" x="6200775" y="4695825"/>
          <p14:tracePt t="20563" x="6099175" y="4618038"/>
          <p14:tracePt t="20579" x="5969000" y="4595813"/>
          <p14:tracePt t="20596" x="5813425" y="4556125"/>
          <p14:tracePt t="20613" x="5691188" y="4556125"/>
          <p14:tracePt t="20629" x="5597525" y="4633913"/>
          <p14:tracePt t="20646" x="5589588" y="4765675"/>
          <p14:tracePt t="20662" x="5613400" y="4935538"/>
          <p14:tracePt t="20679" x="5675313" y="5019675"/>
          <p14:tracePt t="20696" x="5753100" y="5057775"/>
          <p14:tracePt t="20712" x="5837238" y="5089525"/>
          <p14:tracePt t="20729" x="5945188" y="5119688"/>
          <p14:tracePt t="20746" x="5991225" y="5119688"/>
          <p14:tracePt t="20763" x="6007100" y="5119688"/>
          <p14:tracePt t="20789" x="6022975" y="5119688"/>
          <p14:tracePt t="20797" x="6053138" y="5081588"/>
          <p14:tracePt t="20813" x="6084888" y="5003800"/>
          <p14:tracePt t="20829" x="6092825" y="4795838"/>
          <p14:tracePt t="20846" x="6092825" y="4703763"/>
          <p14:tracePt t="20863" x="6015038" y="4610100"/>
          <p14:tracePt t="20880" x="5868988" y="4564063"/>
          <p14:tracePt t="20896" x="5721350" y="4548188"/>
          <p14:tracePt t="20913" x="5637213" y="4548188"/>
          <p14:tracePt t="20929" x="5551488" y="4587875"/>
          <p14:tracePt t="20946" x="5535613" y="4664075"/>
          <p14:tracePt t="20963" x="5589588" y="4849813"/>
          <p14:tracePt t="20980" x="5899150" y="5113338"/>
          <p14:tracePt t="20996" x="6438900" y="5267325"/>
          <p14:tracePt t="21013" x="7034213" y="5289550"/>
          <p14:tracePt t="21030" x="7212013" y="5259388"/>
          <p14:tracePt t="21047" x="7265988" y="5213350"/>
          <p14:tracePt t="21064" x="7258050" y="5143500"/>
          <p14:tracePt t="21080" x="7188200" y="5003800"/>
          <p14:tracePt t="21097" x="7104063" y="4873625"/>
          <p14:tracePt t="21114" x="7034213" y="4803775"/>
          <p14:tracePt t="21130" x="6964363" y="4779963"/>
          <p14:tracePt t="21147" x="6848475" y="4757738"/>
          <p14:tracePt t="21164" x="6740525" y="4741863"/>
          <p14:tracePt t="21180" x="6656388" y="4741863"/>
          <p14:tracePt t="21293" x="6648450" y="4741863"/>
          <p14:tracePt t="21301" x="6624638" y="4741863"/>
          <p14:tracePt t="21308" x="6594475" y="4741863"/>
          <p14:tracePt t="21331" x="6532563" y="4749800"/>
          <p14:tracePt t="21347" x="6454775" y="4757738"/>
          <p14:tracePt t="21364" x="6392863" y="4772025"/>
          <p14:tracePt t="21380" x="6384925" y="4787900"/>
          <p14:tracePt t="21397" x="6384925" y="4833938"/>
          <p14:tracePt t="21414" x="6384925" y="4857750"/>
          <p14:tracePt t="21436" x="6384925" y="4865688"/>
          <p14:tracePt t="21677" x="6384925" y="4911725"/>
          <p14:tracePt t="21685" x="6346825" y="4957763"/>
          <p14:tracePt t="21693" x="6316663" y="5019675"/>
          <p14:tracePt t="21715" x="6284913" y="5127625"/>
          <p14:tracePt t="21731" x="6284913" y="5189538"/>
          <p14:tracePt t="21748" x="6292850" y="5243513"/>
          <p14:tracePt t="21749" x="6316663" y="5259388"/>
          <p14:tracePt t="21765" x="6346825" y="5267325"/>
          <p14:tracePt t="21766" x="6392863" y="5283200"/>
          <p14:tracePt t="21781" x="6438900" y="52832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3317AF00-5C09-C844-1B7A-0B8DF5381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617" y="717550"/>
            <a:ext cx="8878766" cy="60749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7409E9-CA3E-6C06-D3ED-C2B07AFEA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1936"/>
          </a:xfrm>
        </p:spPr>
        <p:txBody>
          <a:bodyPr/>
          <a:lstStyle/>
          <a:p>
            <a:r>
              <a:rPr lang="en-US" dirty="0"/>
              <a:t>Schematic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A75DC8-9C4A-263B-3DFA-AB9FC1DBEACF}"/>
              </a:ext>
            </a:extLst>
          </p:cNvPr>
          <p:cNvCxnSpPr>
            <a:cxnSpLocks/>
          </p:cNvCxnSpPr>
          <p:nvPr/>
        </p:nvCxnSpPr>
        <p:spPr>
          <a:xfrm>
            <a:off x="1733550" y="850900"/>
            <a:ext cx="0" cy="252095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E9980D-9692-96D4-1C50-216045BD8978}"/>
              </a:ext>
            </a:extLst>
          </p:cNvPr>
          <p:cNvCxnSpPr>
            <a:cxnSpLocks/>
          </p:cNvCxnSpPr>
          <p:nvPr/>
        </p:nvCxnSpPr>
        <p:spPr>
          <a:xfrm>
            <a:off x="1733550" y="787400"/>
            <a:ext cx="8731250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B61DA0-D379-3E58-E16F-5567512B5757}"/>
              </a:ext>
            </a:extLst>
          </p:cNvPr>
          <p:cNvCxnSpPr>
            <a:cxnSpLocks/>
          </p:cNvCxnSpPr>
          <p:nvPr/>
        </p:nvCxnSpPr>
        <p:spPr>
          <a:xfrm>
            <a:off x="10471150" y="787400"/>
            <a:ext cx="0" cy="282575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32A78C-1DB3-A0F3-075D-F1349A66C8B1}"/>
              </a:ext>
            </a:extLst>
          </p:cNvPr>
          <p:cNvCxnSpPr>
            <a:cxnSpLocks/>
          </p:cNvCxnSpPr>
          <p:nvPr/>
        </p:nvCxnSpPr>
        <p:spPr>
          <a:xfrm>
            <a:off x="1733550" y="3308350"/>
            <a:ext cx="1327150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610FF4-E5DF-1337-885C-F4D088BD4C52}"/>
              </a:ext>
            </a:extLst>
          </p:cNvPr>
          <p:cNvCxnSpPr>
            <a:cxnSpLocks/>
          </p:cNvCxnSpPr>
          <p:nvPr/>
        </p:nvCxnSpPr>
        <p:spPr>
          <a:xfrm>
            <a:off x="3073400" y="2247900"/>
            <a:ext cx="0" cy="106045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BEE9D8-2D4B-5CAD-D6CA-ACA6B8D458C8}"/>
              </a:ext>
            </a:extLst>
          </p:cNvPr>
          <p:cNvCxnSpPr>
            <a:cxnSpLocks/>
          </p:cNvCxnSpPr>
          <p:nvPr/>
        </p:nvCxnSpPr>
        <p:spPr>
          <a:xfrm>
            <a:off x="3073400" y="2247900"/>
            <a:ext cx="1733550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5D5441-34A8-56BC-B11D-DEECDD8F6FDE}"/>
              </a:ext>
            </a:extLst>
          </p:cNvPr>
          <p:cNvCxnSpPr>
            <a:cxnSpLocks/>
          </p:cNvCxnSpPr>
          <p:nvPr/>
        </p:nvCxnSpPr>
        <p:spPr>
          <a:xfrm>
            <a:off x="4737100" y="2247900"/>
            <a:ext cx="0" cy="86360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257DF1-E78E-B1A7-F0F3-DB14932D677D}"/>
              </a:ext>
            </a:extLst>
          </p:cNvPr>
          <p:cNvCxnSpPr>
            <a:cxnSpLocks/>
          </p:cNvCxnSpPr>
          <p:nvPr/>
        </p:nvCxnSpPr>
        <p:spPr>
          <a:xfrm>
            <a:off x="4806950" y="3111500"/>
            <a:ext cx="3829050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1D2FA1-0BA3-1ECE-5476-9C28D523EE5E}"/>
              </a:ext>
            </a:extLst>
          </p:cNvPr>
          <p:cNvCxnSpPr>
            <a:cxnSpLocks/>
          </p:cNvCxnSpPr>
          <p:nvPr/>
        </p:nvCxnSpPr>
        <p:spPr>
          <a:xfrm flipH="1">
            <a:off x="8636000" y="3657600"/>
            <a:ext cx="1835150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2037A0C-D401-B320-783D-B8FF99F7BAD8}"/>
              </a:ext>
            </a:extLst>
          </p:cNvPr>
          <p:cNvCxnSpPr>
            <a:cxnSpLocks/>
          </p:cNvCxnSpPr>
          <p:nvPr/>
        </p:nvCxnSpPr>
        <p:spPr>
          <a:xfrm>
            <a:off x="8636000" y="3111500"/>
            <a:ext cx="0" cy="54610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EA23B93-5427-FF29-5676-9C429DB915F2}"/>
              </a:ext>
            </a:extLst>
          </p:cNvPr>
          <p:cNvSpPr txBox="1"/>
          <p:nvPr/>
        </p:nvSpPr>
        <p:spPr>
          <a:xfrm>
            <a:off x="6902491" y="2475984"/>
            <a:ext cx="140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Power Stage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093DE4-B8F7-2D5B-60BE-7FCCD82B39C4}"/>
              </a:ext>
            </a:extLst>
          </p:cNvPr>
          <p:cNvSpPr txBox="1"/>
          <p:nvPr/>
        </p:nvSpPr>
        <p:spPr>
          <a:xfrm>
            <a:off x="4603791" y="6108700"/>
            <a:ext cx="119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Controller</a:t>
            </a:r>
          </a:p>
        </p:txBody>
      </p:sp>
      <p:pic>
        <p:nvPicPr>
          <p:cNvPr id="72" name="Audio 71">
            <a:hlinkClick r:id="" action="ppaction://media"/>
            <a:extLst>
              <a:ext uri="{FF2B5EF4-FFF2-40B4-BE49-F238E27FC236}">
                <a16:creationId xmlns:a16="http://schemas.microsoft.com/office/drawing/2014/main" id="{BEF13F55-DE07-A7B3-0CBE-296F3DE672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43644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3146"/>
    </mc:Choice>
    <mc:Fallback>
      <p:transition spd="slow" advTm="1731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63" x="6454775" y="5283200"/>
          <p14:tracePt t="869" x="6508750" y="5267325"/>
          <p14:tracePt t="882" x="6548438" y="5197475"/>
          <p14:tracePt t="898" x="6586538" y="5143500"/>
          <p14:tracePt t="915" x="6586538" y="5105400"/>
          <p14:tracePt t="932" x="6586538" y="4997450"/>
          <p14:tracePt t="948" x="6586538" y="4857750"/>
          <p14:tracePt t="966" x="6540500" y="4687888"/>
          <p14:tracePt t="982" x="6432550" y="4502150"/>
          <p14:tracePt t="999" x="6138863" y="4371975"/>
          <p14:tracePt t="1015" x="6015038" y="4310063"/>
          <p14:tracePt t="1032" x="5983288" y="4270375"/>
          <p14:tracePt t="1049" x="5983288" y="4208463"/>
          <p14:tracePt t="1065" x="6015038" y="4140200"/>
          <p14:tracePt t="1082" x="6022975" y="4132263"/>
          <p14:tracePt t="1142" x="6022975" y="4124325"/>
          <p14:tracePt t="1158" x="6030913" y="4116388"/>
          <p14:tracePt t="1166" x="6045200" y="4108450"/>
          <p14:tracePt t="1174" x="6045200" y="4070350"/>
          <p14:tracePt t="1182" x="6045200" y="3962400"/>
          <p14:tracePt t="1199" x="5683250" y="3552825"/>
          <p14:tracePt t="1216" x="4995863" y="3097213"/>
          <p14:tracePt t="1233" x="4718050" y="2919413"/>
          <p14:tracePt t="1249" x="4486275" y="2841625"/>
          <p14:tracePt t="1266" x="4354513" y="2811463"/>
          <p14:tracePt t="1283" x="4332288" y="2811463"/>
          <p14:tracePt t="1310" x="4324350" y="2811463"/>
          <p14:tracePt t="1390" x="4324350" y="2803525"/>
          <p14:tracePt t="1406" x="4316413" y="2803525"/>
          <p14:tracePt t="1502" x="4292600" y="2803525"/>
          <p14:tracePt t="1518" x="4270375" y="2795588"/>
          <p14:tracePt t="1526" x="4224338" y="2787650"/>
          <p14:tracePt t="1534" x="4200525" y="2765425"/>
          <p14:tracePt t="1550" x="4162425" y="2725738"/>
          <p14:tracePt t="1566" x="3952875" y="2571750"/>
          <p14:tracePt t="1583" x="3798888" y="2324100"/>
          <p14:tracePt t="1600" x="3467100" y="1962150"/>
          <p14:tracePt t="1617" x="3003550" y="1636713"/>
          <p14:tracePt t="1633" x="2633663" y="1474788"/>
          <p14:tracePt t="1650" x="2463800" y="1436688"/>
          <p14:tracePt t="1667" x="2393950" y="1412875"/>
          <p14:tracePt t="1684" x="2362200" y="1398588"/>
          <p14:tracePt t="1700" x="2339975" y="1398588"/>
          <p14:tracePt t="2079" x="2339975" y="1412875"/>
          <p14:tracePt t="2110" x="2332038" y="1420813"/>
          <p14:tracePt t="2230" x="2332038" y="1428750"/>
          <p14:tracePt t="2375" x="2347913" y="1428750"/>
          <p14:tracePt t="2382" x="2347913" y="1420813"/>
          <p14:tracePt t="2390" x="2347913" y="1412875"/>
          <p14:tracePt t="2402" x="2347913" y="1398588"/>
          <p14:tracePt t="2419" x="2347913" y="1382713"/>
          <p14:tracePt t="2436" x="2347913" y="1374775"/>
          <p14:tracePt t="2452" x="2347913" y="1358900"/>
          <p14:tracePt t="2468" x="2332038" y="1343025"/>
          <p14:tracePt t="2486" x="2324100" y="1336675"/>
          <p14:tracePt t="3831" x="2316163" y="1336675"/>
          <p14:tracePt t="3951" x="2316163" y="1320800"/>
          <p14:tracePt t="3958" x="2316163" y="1304925"/>
          <p14:tracePt t="3966" x="2316163" y="1296988"/>
          <p14:tracePt t="3989" x="2308225" y="1274763"/>
          <p14:tracePt t="4005" x="2300288" y="1266825"/>
          <p14:tracePt t="4063" x="2300288" y="1258888"/>
          <p14:tracePt t="4070" x="2293938" y="1258888"/>
          <p14:tracePt t="4087" x="2286000" y="1258888"/>
          <p14:tracePt t="4102" x="2270125" y="1258888"/>
          <p14:tracePt t="6455" x="2262188" y="1266825"/>
          <p14:tracePt t="6471" x="2254250" y="1274763"/>
          <p14:tracePt t="6479" x="2254250" y="1312863"/>
          <p14:tracePt t="6486" x="2254250" y="1336675"/>
          <p14:tracePt t="6495" x="2270125" y="1358900"/>
          <p14:tracePt t="6511" x="2293938" y="1390650"/>
          <p14:tracePt t="6527" x="2332038" y="1436688"/>
          <p14:tracePt t="6544" x="2354263" y="1458913"/>
          <p14:tracePt t="6562" x="2378075" y="1474788"/>
          <p14:tracePt t="6578" x="2409825" y="1490663"/>
          <p14:tracePt t="6594" x="2432050" y="1490663"/>
          <p14:tracePt t="6611" x="2470150" y="1506538"/>
          <p14:tracePt t="6628" x="2524125" y="1514475"/>
          <p14:tracePt t="6645" x="2625725" y="1544638"/>
          <p14:tracePt t="6661" x="2771775" y="1560513"/>
          <p14:tracePt t="6679" x="2957513" y="1590675"/>
          <p14:tracePt t="6695" x="3165475" y="1590675"/>
          <p14:tracePt t="6712" x="3475038" y="1590675"/>
          <p14:tracePt t="6728" x="3938588" y="1590675"/>
          <p14:tracePt t="6744" x="4084638" y="1590675"/>
          <p14:tracePt t="6761" x="4122738" y="1590675"/>
          <p14:tracePt t="6895" x="4114800" y="1590675"/>
          <p14:tracePt t="6903" x="4060825" y="1598613"/>
          <p14:tracePt t="6912" x="4022725" y="1606550"/>
          <p14:tracePt t="6928" x="4014788" y="1598613"/>
          <p14:tracePt t="6967" x="4014788" y="1590675"/>
          <p14:tracePt t="6975" x="4014788" y="1574800"/>
          <p14:tracePt t="7136" x="4022725" y="1574800"/>
          <p14:tracePt t="7143" x="4046538" y="1574800"/>
          <p14:tracePt t="7151" x="4076700" y="1574800"/>
          <p14:tracePt t="7162" x="4108450" y="1582738"/>
          <p14:tracePt t="7179" x="4224338" y="1582738"/>
          <p14:tracePt t="7196" x="4332288" y="1590675"/>
          <p14:tracePt t="7213" x="4478338" y="1614488"/>
          <p14:tracePt t="7229" x="4678363" y="1628775"/>
          <p14:tracePt t="7230" x="4772025" y="1660525"/>
          <p14:tracePt t="7246" x="4879975" y="1660525"/>
          <p14:tracePt t="7263" x="5057775" y="1660525"/>
          <p14:tracePt t="7279" x="5243513" y="1644650"/>
          <p14:tracePt t="7296" x="5467350" y="1598613"/>
          <p14:tracePt t="7313" x="5543550" y="1568450"/>
          <p14:tracePt t="7329" x="5589588" y="1568450"/>
          <p14:tracePt t="7346" x="5629275" y="1560513"/>
          <p14:tracePt t="7363" x="5683250" y="1560513"/>
          <p14:tracePt t="7379" x="5775325" y="1560513"/>
          <p14:tracePt t="7396" x="5883275" y="1560513"/>
          <p14:tracePt t="7413" x="5976938" y="1536700"/>
          <p14:tracePt t="7429" x="6015038" y="1528763"/>
          <p14:tracePt t="7446" x="6045200" y="1514475"/>
          <p14:tracePt t="7463" x="6099175" y="1506538"/>
          <p14:tracePt t="7479" x="6200775" y="1474788"/>
          <p14:tracePt t="7496" x="6215063" y="1466850"/>
          <p14:tracePt t="7513" x="6238875" y="1452563"/>
          <p14:tracePt t="7530" x="6254750" y="1436688"/>
          <p14:tracePt t="7546" x="6262688" y="1428750"/>
          <p14:tracePt t="7563" x="6284913" y="1420813"/>
          <p14:tracePt t="7580" x="6308725" y="1412875"/>
          <p14:tracePt t="8721" x="6300788" y="1412875"/>
          <p14:tracePt t="8727" x="6284913" y="1444625"/>
          <p14:tracePt t="8735" x="6284913" y="1452563"/>
          <p14:tracePt t="8749" x="6284913" y="1458913"/>
          <p14:tracePt t="8766" x="6276975" y="1474788"/>
          <p14:tracePt t="8782" x="6269038" y="1506538"/>
          <p14:tracePt t="8800" x="6254750" y="1528763"/>
          <p14:tracePt t="8816" x="6254750" y="1544638"/>
          <p14:tracePt t="8912" x="6246813" y="1544638"/>
          <p14:tracePt t="8920" x="6230938" y="1552575"/>
          <p14:tracePt t="9208" x="6215063" y="1552575"/>
          <p14:tracePt t="9464" x="6215063" y="1568450"/>
          <p14:tracePt t="9824" x="6208713" y="1574800"/>
          <p14:tracePt t="9831" x="6138863" y="1582738"/>
          <p14:tracePt t="9839" x="6007100" y="1582738"/>
          <p14:tracePt t="9851" x="5767388" y="1552575"/>
          <p14:tracePt t="9868" x="4995863" y="1458913"/>
          <p14:tracePt t="9885" x="4054475" y="1320800"/>
          <p14:tracePt t="9901" x="3095625" y="1304925"/>
          <p14:tracePt t="9919" x="2308225" y="1258888"/>
          <p14:tracePt t="9935" x="1760538" y="1282700"/>
          <p14:tracePt t="9952" x="1512888" y="1312863"/>
          <p14:tracePt t="9969" x="1466850" y="1312863"/>
          <p14:tracePt t="10032" x="1458913" y="1320800"/>
          <p14:tracePt t="10064" x="1444625" y="1320800"/>
          <p14:tracePt t="10080" x="1436688" y="1328738"/>
          <p14:tracePt t="10127" x="1428750" y="1328738"/>
          <p14:tracePt t="10200" x="1428750" y="1343025"/>
          <p14:tracePt t="10400" x="1428750" y="1350963"/>
          <p14:tracePt t="10407" x="1444625" y="1358900"/>
          <p14:tracePt t="10415" x="1444625" y="1366838"/>
          <p14:tracePt t="10436" x="1466850" y="1366838"/>
          <p14:tracePt t="10453" x="1466850" y="1374775"/>
          <p14:tracePt t="10470" x="1474788" y="1382713"/>
          <p14:tracePt t="10487" x="1482725" y="1390650"/>
          <p14:tracePt t="10488" x="1490663" y="1398588"/>
          <p14:tracePt t="10504" x="1512888" y="1412875"/>
          <p14:tracePt t="10520" x="1520825" y="1420813"/>
          <p14:tracePt t="10537" x="1558925" y="1444625"/>
          <p14:tracePt t="10553" x="1574800" y="1458913"/>
          <p14:tracePt t="10569" x="1598613" y="1474788"/>
          <p14:tracePt t="10587" x="1614488" y="1490663"/>
          <p14:tracePt t="10603" x="1620838" y="1498600"/>
          <p14:tracePt t="10620" x="1628775" y="1498600"/>
          <p14:tracePt t="10636" x="1652588" y="1520825"/>
          <p14:tracePt t="10653" x="1690688" y="1536700"/>
          <p14:tracePt t="10670" x="1722438" y="1560513"/>
          <p14:tracePt t="10687" x="1760538" y="1598613"/>
          <p14:tracePt t="10688" x="1768475" y="1614488"/>
          <p14:tracePt t="10703" x="1790700" y="1628775"/>
          <p14:tracePt t="10720" x="1798638" y="1636713"/>
          <p14:tracePt t="10816" x="1798638" y="1660525"/>
          <p14:tracePt t="10823" x="1798638" y="1668463"/>
          <p14:tracePt t="10831" x="1798638" y="1676400"/>
          <p14:tracePt t="10853" x="1798638" y="1684338"/>
          <p14:tracePt t="10870" x="1798638" y="1698625"/>
          <p14:tracePt t="10887" x="1798638" y="1714500"/>
          <p14:tracePt t="10888" x="1798638" y="1722438"/>
          <p14:tracePt t="10903" x="1814513" y="1752600"/>
          <p14:tracePt t="10921" x="1814513" y="1768475"/>
          <p14:tracePt t="10944" x="1814513" y="1776413"/>
          <p14:tracePt t="11016" x="1822450" y="1792288"/>
          <p14:tracePt t="11032" x="1822450" y="1800225"/>
          <p14:tracePt t="11039" x="1838325" y="1806575"/>
          <p14:tracePt t="11121" x="1838325" y="1814513"/>
          <p14:tracePt t="11392" x="1838325" y="1822450"/>
          <p14:tracePt t="11872" x="1852613" y="1830388"/>
          <p14:tracePt t="11880" x="1868488" y="1854200"/>
          <p14:tracePt t="11889" x="1892300" y="1876425"/>
          <p14:tracePt t="11906" x="1930400" y="1914525"/>
          <p14:tracePt t="11923" x="1960563" y="1938338"/>
          <p14:tracePt t="11939" x="1984375" y="1962150"/>
          <p14:tracePt t="11957" x="1992313" y="1970088"/>
          <p14:tracePt t="12064" x="2000250" y="1984375"/>
          <p14:tracePt t="12072" x="2022475" y="2000250"/>
          <p14:tracePt t="12079" x="2038350" y="2000250"/>
          <p14:tracePt t="12090" x="2046288" y="2008188"/>
          <p14:tracePt t="12106" x="2092325" y="2016125"/>
          <p14:tracePt t="12123" x="2130425" y="2024063"/>
          <p14:tracePt t="12140" x="2130425" y="2030413"/>
          <p14:tracePt t="12672" x="2154238" y="2030413"/>
          <p14:tracePt t="12680" x="2170113" y="2030413"/>
          <p14:tracePt t="12688" x="2200275" y="2030413"/>
          <p14:tracePt t="12708" x="2216150" y="2030413"/>
          <p14:tracePt t="12724" x="2239963" y="2008188"/>
          <p14:tracePt t="12741" x="2246313" y="2008188"/>
          <p14:tracePt t="12758" x="2254250" y="2000250"/>
          <p14:tracePt t="12784" x="2262188" y="2000250"/>
          <p14:tracePt t="12800" x="2270125" y="1984375"/>
          <p14:tracePt t="12881" x="2278063" y="1984375"/>
          <p14:tracePt t="12887" x="2293938" y="1984375"/>
          <p14:tracePt t="12895" x="2308225" y="1962150"/>
          <p14:tracePt t="12908" x="2316163" y="1962150"/>
          <p14:tracePt t="12925" x="2324100" y="1954213"/>
          <p14:tracePt t="12942" x="2332038" y="1954213"/>
          <p14:tracePt t="13010" x="2339975" y="1954213"/>
          <p14:tracePt t="13023" x="2347913" y="1946275"/>
          <p14:tracePt t="13144" x="2362200" y="1946275"/>
          <p14:tracePt t="13152" x="2370138" y="1946275"/>
          <p14:tracePt t="13161" x="2370138" y="1938338"/>
          <p14:tracePt t="13328" x="2378075" y="1938338"/>
          <p14:tracePt t="13336" x="2401888" y="1938338"/>
          <p14:tracePt t="13345" x="2416175" y="1938338"/>
          <p14:tracePt t="13359" x="2439988" y="1938338"/>
          <p14:tracePt t="13376" x="2540000" y="1930400"/>
          <p14:tracePt t="13392" x="2633663" y="1930400"/>
          <p14:tracePt t="13409" x="2640013" y="1930400"/>
          <p14:tracePt t="14041" x="2655888" y="1930400"/>
          <p14:tracePt t="14049" x="2679700" y="1922463"/>
          <p14:tracePt t="14056" x="2687638" y="1922463"/>
          <p14:tracePt t="14077" x="2709863" y="1908175"/>
          <p14:tracePt t="14094" x="2749550" y="1908175"/>
          <p14:tracePt t="14110" x="2803525" y="1900238"/>
          <p14:tracePt t="14128" x="2871788" y="1892300"/>
          <p14:tracePt t="14145" x="2925763" y="1892300"/>
          <p14:tracePt t="14162" x="2965450" y="1892300"/>
          <p14:tracePt t="16401" x="2987675" y="1892300"/>
          <p14:tracePt t="16408" x="3027363" y="1892300"/>
          <p14:tracePt t="16417" x="3081338" y="1892300"/>
          <p14:tracePt t="16433" x="3143250" y="1892300"/>
          <p14:tracePt t="16449" x="3173413" y="1892300"/>
          <p14:tracePt t="16466" x="3203575" y="1892300"/>
          <p14:tracePt t="16504" x="3203575" y="1900238"/>
          <p14:tracePt t="16545" x="3211513" y="1900238"/>
          <p14:tracePt t="16552" x="3219450" y="1900238"/>
          <p14:tracePt t="16593" x="3227388" y="1900238"/>
          <p14:tracePt t="16601" x="3227388" y="1884363"/>
          <p14:tracePt t="16994" x="3219450" y="1876425"/>
          <p14:tracePt t="23425" x="3273425" y="1876425"/>
          <p14:tracePt t="23433" x="3373438" y="1892300"/>
          <p14:tracePt t="23441" x="3451225" y="1900238"/>
          <p14:tracePt t="23449" x="3489325" y="1900238"/>
          <p14:tracePt t="23465" x="3513138" y="1900238"/>
          <p14:tracePt t="23481" x="3567113" y="1914525"/>
          <p14:tracePt t="23498" x="3613150" y="1914525"/>
          <p14:tracePt t="23499" x="3621088" y="1914525"/>
          <p14:tracePt t="23515" x="3636963" y="1914525"/>
          <p14:tracePt t="23531" x="3644900" y="1914525"/>
          <p14:tracePt t="23548" x="3659188" y="1914525"/>
          <p14:tracePt t="23565" x="3690938" y="1914525"/>
          <p14:tracePt t="23585" x="3706813" y="1908175"/>
          <p14:tracePt t="23599" x="3714750" y="1908175"/>
          <p14:tracePt t="23874" x="3729038" y="1908175"/>
          <p14:tracePt t="23890" x="3736975" y="1908175"/>
          <p14:tracePt t="23897" x="3744913" y="1908175"/>
          <p14:tracePt t="23922" x="3752850" y="1908175"/>
          <p14:tracePt t="23929" x="3760788" y="1908175"/>
          <p14:tracePt t="23937" x="3783013" y="1908175"/>
          <p14:tracePt t="23953" x="3790950" y="1908175"/>
          <p14:tracePt t="23986" x="3806825" y="1908175"/>
          <p14:tracePt t="23993" x="3814763" y="1908175"/>
          <p14:tracePt t="24001" x="3829050" y="1908175"/>
          <p14:tracePt t="24016" x="3860800" y="1892300"/>
          <p14:tracePt t="24017" x="3914775" y="1892300"/>
          <p14:tracePt t="24032" x="3976688" y="1876425"/>
          <p14:tracePt t="24050" x="4146550" y="1822450"/>
          <p14:tracePt t="24050" x="4254500" y="1776413"/>
          <p14:tracePt t="24066" x="4440238" y="1690688"/>
          <p14:tracePt t="24083" x="4602163" y="1614488"/>
          <p14:tracePt t="24099" x="4718050" y="1568450"/>
          <p14:tracePt t="24116" x="4833938" y="1506538"/>
          <p14:tracePt t="24134" x="4926013" y="1436688"/>
          <p14:tracePt t="24149" x="4972050" y="1350963"/>
          <p14:tracePt t="24167" x="4987925" y="1320800"/>
          <p14:tracePt t="24183" x="4995863" y="1304925"/>
          <p14:tracePt t="25522" x="5011738" y="1304925"/>
          <p14:tracePt t="25531" x="5095875" y="1350963"/>
          <p14:tracePt t="25539" x="5203825" y="1390650"/>
          <p14:tracePt t="25553" x="5297488" y="1428750"/>
          <p14:tracePt t="25570" x="5443538" y="1506538"/>
          <p14:tracePt t="25570" x="5513388" y="1520825"/>
          <p14:tracePt t="25586" x="5643563" y="1590675"/>
          <p14:tracePt t="25603" x="5705475" y="1606550"/>
          <p14:tracePt t="25620" x="5729288" y="1606550"/>
          <p14:tracePt t="28219" x="5713413" y="1684338"/>
          <p14:tracePt t="28227" x="5699125" y="1738313"/>
          <p14:tracePt t="28234" x="5691188" y="1760538"/>
          <p14:tracePt t="28243" x="5691188" y="1768475"/>
          <p14:tracePt t="28259" x="5691188" y="1784350"/>
          <p14:tracePt t="28276" x="5699125" y="1784350"/>
          <p14:tracePt t="28395" x="5729288" y="1776413"/>
          <p14:tracePt t="28403" x="5759450" y="1776413"/>
          <p14:tracePt t="28410" x="5807075" y="1752600"/>
          <p14:tracePt t="28426" x="5829300" y="1744663"/>
          <p14:tracePt t="28442" x="5868988" y="1730375"/>
          <p14:tracePt t="28459" x="5907088" y="1722438"/>
          <p14:tracePt t="28476" x="5945188" y="1706563"/>
          <p14:tracePt t="28556" x="5961063" y="1714500"/>
          <p14:tracePt t="28563" x="5961063" y="1730375"/>
          <p14:tracePt t="28570" x="5976938" y="1760538"/>
          <p14:tracePt t="28593" x="5976938" y="1806575"/>
          <p14:tracePt t="28610" x="5991225" y="1846263"/>
          <p14:tracePt t="28611" x="5991225" y="1860550"/>
          <p14:tracePt t="28626" x="5999163" y="1868488"/>
          <p14:tracePt t="28643" x="6007100" y="1884363"/>
          <p14:tracePt t="30811" x="5976938" y="1892300"/>
          <p14:tracePt t="30818" x="5945188" y="1892300"/>
          <p14:tracePt t="30826" x="5929313" y="1892300"/>
          <p14:tracePt t="30834" x="5875338" y="1892300"/>
          <p14:tracePt t="30848" x="5845175" y="1884363"/>
          <p14:tracePt t="30864" x="5807075" y="1860550"/>
          <p14:tracePt t="30881" x="5791200" y="1854200"/>
          <p14:tracePt t="30995" x="5783263" y="1854200"/>
          <p14:tracePt t="31043" x="5767388" y="1854200"/>
          <p14:tracePt t="31051" x="5745163" y="1854200"/>
          <p14:tracePt t="31058" x="5705475" y="1854200"/>
          <p14:tracePt t="31082" x="5629275" y="1830388"/>
          <p14:tracePt t="31083" x="5589588" y="1830388"/>
          <p14:tracePt t="31099" x="5567363" y="1814513"/>
          <p14:tracePt t="31099" x="5529263" y="1792288"/>
          <p14:tracePt t="31115" x="5505450" y="1784350"/>
          <p14:tracePt t="31131" x="5459413" y="1738313"/>
          <p14:tracePt t="31148" x="5443538" y="1730375"/>
          <p14:tracePt t="31283" x="5435600" y="1698625"/>
          <p14:tracePt t="31291" x="5435600" y="1676400"/>
          <p14:tracePt t="31299" x="5435600" y="1660525"/>
          <p14:tracePt t="31315" x="5435600" y="1622425"/>
          <p14:tracePt t="31339" x="5427663" y="1614488"/>
          <p14:tracePt t="36516" x="5419725" y="1614488"/>
          <p14:tracePt t="41045" x="5413375" y="1614488"/>
          <p14:tracePt t="41052" x="5381625" y="1614488"/>
          <p14:tracePt t="41060" x="5359400" y="1628775"/>
          <p14:tracePt t="41070" x="5351463" y="1628775"/>
          <p14:tracePt t="41086" x="5165725" y="1636713"/>
          <p14:tracePt t="41104" x="4910138" y="1622425"/>
          <p14:tracePt t="41120" x="4632325" y="1598613"/>
          <p14:tracePt t="41137" x="4230688" y="1536700"/>
          <p14:tracePt t="41154" x="3752850" y="1474788"/>
          <p14:tracePt t="41171" x="3389313" y="1474788"/>
          <p14:tracePt t="41187" x="3219450" y="1474788"/>
          <p14:tracePt t="41204" x="3095625" y="1474788"/>
          <p14:tracePt t="41221" x="3003550" y="1490663"/>
          <p14:tracePt t="41237" x="2965450" y="1498600"/>
          <p14:tracePt t="41254" x="2919413" y="1506538"/>
          <p14:tracePt t="41271" x="2887663" y="1506538"/>
          <p14:tracePt t="41288" x="2857500" y="1506538"/>
          <p14:tracePt t="41305" x="2841625" y="1506538"/>
          <p14:tracePt t="41321" x="2833688" y="1514475"/>
          <p14:tracePt t="41340" x="2825750" y="1514475"/>
          <p14:tracePt t="41354" x="2817813" y="1514475"/>
          <p14:tracePt t="41371" x="2803525" y="1520825"/>
          <p14:tracePt t="41388" x="2749550" y="1520825"/>
          <p14:tracePt t="41389" x="2717800" y="1520825"/>
          <p14:tracePt t="41404" x="2679700" y="1520825"/>
          <p14:tracePt t="41421" x="2532063" y="1520825"/>
          <p14:tracePt t="41437" x="2478088" y="1520825"/>
          <p14:tracePt t="41454" x="2463800" y="1520825"/>
          <p14:tracePt t="41958" x="2571750" y="1498600"/>
          <p14:tracePt t="41966" x="2949575" y="1374775"/>
          <p14:tracePt t="41973" x="3489325" y="1212850"/>
          <p14:tracePt t="41989" x="4370388" y="779463"/>
          <p14:tracePt t="42006" x="4964113" y="285750"/>
          <p14:tracePt t="44028" x="6346825" y="185738"/>
          <p14:tracePt t="44036" x="6346825" y="285750"/>
          <p14:tracePt t="44044" x="6346825" y="377825"/>
          <p14:tracePt t="44060" x="6346825" y="455613"/>
          <p14:tracePt t="44077" x="6323013" y="601663"/>
          <p14:tracePt t="44078" x="6323013" y="663575"/>
          <p14:tracePt t="44093" x="6323013" y="771525"/>
          <p14:tracePt t="44110" x="6323013" y="833438"/>
          <p14:tracePt t="44126" x="6323013" y="857250"/>
          <p14:tracePt t="44144" x="6330950" y="865188"/>
          <p14:tracePt t="44358" x="6330950" y="833438"/>
          <p14:tracePt t="44365" x="6308725" y="765175"/>
          <p14:tracePt t="44373" x="6246813" y="703263"/>
          <p14:tracePt t="44394" x="6169025" y="625475"/>
          <p14:tracePt t="44411" x="6099175" y="595313"/>
          <p14:tracePt t="44428" x="6076950" y="587375"/>
          <p14:tracePt t="44444" x="6045200" y="571500"/>
          <p14:tracePt t="44605" x="5976938" y="509588"/>
          <p14:tracePt t="44613" x="5891213" y="431800"/>
          <p14:tracePt t="44621" x="5829300" y="393700"/>
          <p14:tracePt t="44629" x="5745163" y="347663"/>
          <p14:tracePt t="44645" x="5675313" y="315913"/>
          <p14:tracePt t="44662" x="5413375" y="207963"/>
          <p14:tracePt t="44678" x="5335588" y="193675"/>
          <p14:tracePt t="44695" x="5319713" y="193675"/>
          <p14:tracePt t="44909" x="5319713" y="247650"/>
          <p14:tracePt t="44917" x="5359400" y="315913"/>
          <p14:tracePt t="44925" x="5359400" y="339725"/>
          <p14:tracePt t="44946" x="5389563" y="377825"/>
          <p14:tracePt t="44962" x="5419725" y="471488"/>
          <p14:tracePt t="44979" x="5435600" y="547688"/>
          <p14:tracePt t="44996" x="5473700" y="649288"/>
          <p14:tracePt t="45013" x="5497513" y="725488"/>
          <p14:tracePt t="45014" x="5513388" y="771525"/>
          <p14:tracePt t="45029" x="5529263" y="795338"/>
          <p14:tracePt t="45046" x="5543550" y="833438"/>
          <p14:tracePt t="45062" x="5559425" y="881063"/>
          <p14:tracePt t="45494" x="5559425" y="887413"/>
          <p14:tracePt t="45790" x="5559425" y="895350"/>
          <p14:tracePt t="45798" x="5559425" y="911225"/>
          <p14:tracePt t="45830" x="5567363" y="911225"/>
          <p14:tracePt t="45837" x="5583238" y="942975"/>
          <p14:tracePt t="45848" x="5613400" y="996950"/>
          <p14:tracePt t="45865" x="5705475" y="1112838"/>
          <p14:tracePt t="45881" x="5821363" y="1258888"/>
          <p14:tracePt t="45898" x="5937250" y="1412875"/>
          <p14:tracePt t="45915" x="6061075" y="1536700"/>
          <p14:tracePt t="45931" x="6146800" y="1614488"/>
          <p14:tracePt t="45947" x="6169025" y="1644650"/>
          <p14:tracePt t="45965" x="6184900" y="1668463"/>
          <p14:tracePt t="45981" x="6184900" y="1698625"/>
          <p14:tracePt t="45998" x="6161088" y="1730375"/>
          <p14:tracePt t="46014" x="6146800" y="1752600"/>
          <p14:tracePt t="46031" x="6138863" y="1776413"/>
          <p14:tracePt t="46102" x="6130925" y="1776413"/>
          <p14:tracePt t="46109" x="6130925" y="1784350"/>
          <p14:tracePt t="46117" x="6107113" y="1822450"/>
          <p14:tracePt t="46131" x="6061075" y="1914525"/>
          <p14:tracePt t="46148" x="5969000" y="2024063"/>
          <p14:tracePt t="46149" x="5929313" y="2085975"/>
          <p14:tracePt t="46166" x="5829300" y="2146300"/>
          <p14:tracePt t="46182" x="5799138" y="2170113"/>
          <p14:tracePt t="46198" x="5759450" y="2193925"/>
          <p14:tracePt t="46215" x="5745163" y="2200275"/>
          <p14:tracePt t="46231" x="5737225" y="2224088"/>
          <p14:tracePt t="46249" x="5729288" y="2270125"/>
          <p14:tracePt t="46265" x="5729288" y="2293938"/>
          <p14:tracePt t="46282" x="5729288" y="2301875"/>
          <p14:tracePt t="46599" x="5729288" y="2293938"/>
          <p14:tracePt t="46607" x="5729288" y="2270125"/>
          <p14:tracePt t="46615" x="5745163" y="2224088"/>
          <p14:tracePt t="46632" x="5759450" y="2124075"/>
          <p14:tracePt t="46649" x="5775325" y="2100263"/>
          <p14:tracePt t="46666" x="5783263" y="2078038"/>
          <p14:tracePt t="46683" x="5783263" y="2070100"/>
          <p14:tracePt t="48846" x="5813425" y="1992313"/>
          <p14:tracePt t="48854" x="6007100" y="1622425"/>
          <p14:tracePt t="48861" x="6308725" y="1220788"/>
          <p14:tracePt t="48871" x="6492875" y="873125"/>
          <p14:tracePt t="48887" x="6910388" y="223838"/>
          <p14:tracePt t="51135" x="7242175" y="77788"/>
          <p14:tracePt t="51142" x="7173913" y="177800"/>
          <p14:tracePt t="51150" x="7088188" y="277813"/>
          <p14:tracePt t="51159" x="7018338" y="363538"/>
          <p14:tracePt t="51176" x="6872288" y="541338"/>
          <p14:tracePt t="51192" x="6748463" y="695325"/>
          <p14:tracePt t="51209" x="6662738" y="795338"/>
          <p14:tracePt t="51226" x="6594475" y="903288"/>
          <p14:tracePt t="51242" x="6548438" y="965200"/>
          <p14:tracePt t="51260" x="6508750" y="1019175"/>
          <p14:tracePt t="51276" x="6462713" y="1089025"/>
          <p14:tracePt t="51293" x="6432550" y="1150938"/>
          <p14:tracePt t="51294" x="6424613" y="1166813"/>
          <p14:tracePt t="51310" x="6416675" y="1181100"/>
          <p14:tracePt t="51310" x="6408738" y="1189038"/>
          <p14:tracePt t="51326" x="6400800" y="1196975"/>
          <p14:tracePt t="51343" x="6384925" y="1212850"/>
          <p14:tracePt t="51359" x="6384925" y="1235075"/>
          <p14:tracePt t="51376" x="6362700" y="1266825"/>
          <p14:tracePt t="51393" x="6323013" y="1266825"/>
          <p14:tracePt t="51410" x="6292850" y="1282700"/>
          <p14:tracePt t="51427" x="6284913" y="1282700"/>
          <p14:tracePt t="52735" x="6284913" y="1304925"/>
          <p14:tracePt t="52759" x="6284913" y="1312863"/>
          <p14:tracePt t="52774" x="6292850" y="1328738"/>
          <p14:tracePt t="52807" x="6292850" y="1336675"/>
          <p14:tracePt t="52814" x="6300788" y="1336675"/>
          <p14:tracePt t="52822" x="6323013" y="1343025"/>
          <p14:tracePt t="52830" x="6362700" y="1366838"/>
          <p14:tracePt t="52846" x="6400800" y="1366838"/>
          <p14:tracePt t="52863" x="6608763" y="1382713"/>
          <p14:tracePt t="52879" x="6756400" y="1382713"/>
          <p14:tracePt t="52896" x="6902450" y="1382713"/>
          <p14:tracePt t="52913" x="7058025" y="1382713"/>
          <p14:tracePt t="52930" x="7219950" y="1366838"/>
          <p14:tracePt t="52946" x="7419975" y="1336675"/>
          <p14:tracePt t="52963" x="7551738" y="1320800"/>
          <p14:tracePt t="52980" x="7621588" y="1312863"/>
          <p14:tracePt t="52997" x="7635875" y="1312863"/>
          <p14:tracePt t="53048" x="7643813" y="1304925"/>
          <p14:tracePt t="53055" x="7643813" y="1296988"/>
          <p14:tracePt t="53063" x="7651750" y="1282700"/>
          <p14:tracePt t="53080" x="7659688" y="1274763"/>
          <p14:tracePt t="53159" x="7651750" y="1274763"/>
          <p14:tracePt t="53167" x="7613650" y="1274763"/>
          <p14:tracePt t="53174" x="7597775" y="1274763"/>
          <p14:tracePt t="53182" x="7589838" y="1274763"/>
          <p14:tracePt t="53439" x="7597775" y="1266825"/>
          <p14:tracePt t="53446" x="7605713" y="1266825"/>
          <p14:tracePt t="53454" x="7613650" y="1266825"/>
          <p14:tracePt t="53464" x="7613650" y="1274763"/>
          <p14:tracePt t="53481" x="7627938" y="1282700"/>
          <p14:tracePt t="53498" x="7675563" y="1296988"/>
          <p14:tracePt t="53514" x="7729538" y="1304925"/>
          <p14:tracePt t="53531" x="7775575" y="1320800"/>
          <p14:tracePt t="53548" x="7791450" y="1336675"/>
          <p14:tracePt t="53575" x="7797800" y="1343025"/>
          <p14:tracePt t="53582" x="7805738" y="1343025"/>
          <p14:tracePt t="53597" x="7813675" y="1350963"/>
          <p14:tracePt t="53614" x="7821613" y="1366838"/>
          <p14:tracePt t="53631" x="7845425" y="1404938"/>
          <p14:tracePt t="53648" x="7859713" y="1436688"/>
          <p14:tracePt t="53665" x="7867650" y="1444625"/>
          <p14:tracePt t="53943" x="7867650" y="1452563"/>
          <p14:tracePt t="54000" x="7867650" y="1458913"/>
          <p14:tracePt t="54087" x="7859713" y="1466850"/>
          <p14:tracePt t="54102" x="7845425" y="1474788"/>
          <p14:tracePt t="54110" x="7837488" y="1490663"/>
          <p14:tracePt t="54118" x="7829550" y="1490663"/>
          <p14:tracePt t="54132" x="7813675" y="1498600"/>
          <p14:tracePt t="54149" x="7791450" y="1506538"/>
          <p14:tracePt t="54166" x="7775575" y="1514475"/>
          <p14:tracePt t="54183" x="7743825" y="1514475"/>
          <p14:tracePt t="54184" x="7737475" y="1514475"/>
          <p14:tracePt t="54279" x="7729538" y="1514475"/>
          <p14:tracePt t="54286" x="7721600" y="1506538"/>
          <p14:tracePt t="54294" x="7713663" y="1498600"/>
          <p14:tracePt t="54316" x="7713663" y="1474788"/>
          <p14:tracePt t="54333" x="7705725" y="1444625"/>
          <p14:tracePt t="54350" x="7705725" y="1428750"/>
          <p14:tracePt t="54351" x="7697788" y="1412875"/>
          <p14:tracePt t="54366" x="7697788" y="1404938"/>
          <p14:tracePt t="54383" x="7683500" y="1366838"/>
          <p14:tracePt t="54400" x="7659688" y="1350963"/>
          <p14:tracePt t="54416" x="7651750" y="1336675"/>
          <p14:tracePt t="54447" x="7635875" y="1328738"/>
          <p14:tracePt t="54463" x="7635875" y="1320800"/>
          <p14:tracePt t="54470" x="7621588" y="1312863"/>
          <p14:tracePt t="54483" x="7605713" y="1296988"/>
          <p14:tracePt t="54500" x="7551738" y="1296988"/>
          <p14:tracePt t="54516" x="7505700" y="1274763"/>
          <p14:tracePt t="54533" x="7473950" y="1274763"/>
          <p14:tracePt t="54534" x="7466013" y="1274763"/>
          <p14:tracePt t="54550" x="7458075" y="1274763"/>
          <p14:tracePt t="54567" x="7443788" y="1274763"/>
          <p14:tracePt t="54583" x="7419975" y="1274763"/>
          <p14:tracePt t="54671" x="7412038" y="1274763"/>
          <p14:tracePt t="54735" x="7389813" y="1258888"/>
          <p14:tracePt t="54742" x="7373938" y="1258888"/>
          <p14:tracePt t="54751" x="7343775" y="1258888"/>
          <p14:tracePt t="54767" x="7327900" y="1243013"/>
          <p14:tracePt t="54911" x="7319963" y="1243013"/>
          <p14:tracePt t="54918" x="7327900" y="1228725"/>
          <p14:tracePt t="54926" x="7335838" y="1220788"/>
          <p14:tracePt t="54935" x="7343775" y="1212850"/>
          <p14:tracePt t="55184" x="7343775" y="1228725"/>
          <p14:tracePt t="55191" x="7343775" y="1258888"/>
          <p14:tracePt t="55201" x="7343775" y="1274763"/>
          <p14:tracePt t="55218" x="7343775" y="1312863"/>
          <p14:tracePt t="55235" x="7343775" y="1336675"/>
          <p14:tracePt t="55252" x="7335838" y="1366838"/>
          <p14:tracePt t="57089" x="7389813" y="1366838"/>
          <p14:tracePt t="57095" x="7466013" y="1366838"/>
          <p14:tracePt t="57105" x="7497763" y="1366838"/>
          <p14:tracePt t="57122" x="7519988" y="1366838"/>
          <p14:tracePt t="57140" x="7527925" y="1366838"/>
          <p14:tracePt t="57546" x="7535863" y="1366838"/>
          <p14:tracePt t="57552" x="7527925" y="1350963"/>
          <p14:tracePt t="57560" x="7513638" y="1320800"/>
          <p14:tracePt t="57573" x="7451725" y="1266825"/>
          <p14:tracePt t="57591" x="7389813" y="1189038"/>
          <p14:tracePt t="57591" x="7335838" y="1158875"/>
          <p14:tracePt t="57607" x="7304088" y="1150938"/>
          <p14:tracePt t="57608" x="7288213" y="1143000"/>
          <p14:tracePt t="57623" x="7273925" y="1143000"/>
          <p14:tracePt t="59073" x="7304088" y="1143000"/>
          <p14:tracePt t="59079" x="7350125" y="1143000"/>
          <p14:tracePt t="59087" x="7373938" y="1143000"/>
          <p14:tracePt t="59110" x="7404100" y="1143000"/>
          <p14:tracePt t="59127" x="7412038" y="1143000"/>
          <p14:tracePt t="60472" x="7419975" y="1143000"/>
          <p14:tracePt t="60504" x="7427913" y="1150938"/>
          <p14:tracePt t="60511" x="7451725" y="1158875"/>
          <p14:tracePt t="61568" x="7481888" y="1181100"/>
          <p14:tracePt t="61576" x="7489825" y="1189038"/>
          <p14:tracePt t="61583" x="7497763" y="1204913"/>
          <p14:tracePt t="61599" x="7505700" y="1212850"/>
          <p14:tracePt t="61616" x="7519988" y="1228725"/>
          <p14:tracePt t="61616" x="7519988" y="1235075"/>
          <p14:tracePt t="62040" x="7535863" y="1235075"/>
          <p14:tracePt t="62048" x="7581900" y="1250950"/>
          <p14:tracePt t="62056" x="7635875" y="1266825"/>
          <p14:tracePt t="62066" x="7697788" y="1296988"/>
          <p14:tracePt t="62083" x="7837488" y="1336675"/>
          <p14:tracePt t="62100" x="7975600" y="1382713"/>
          <p14:tracePt t="62117" x="8091488" y="1390650"/>
          <p14:tracePt t="62133" x="8185150" y="1404938"/>
          <p14:tracePt t="62150" x="8223250" y="1412875"/>
          <p14:tracePt t="62167" x="8231188" y="1412875"/>
          <p14:tracePt t="62241" x="8239125" y="1420813"/>
          <p14:tracePt t="62264" x="8231188" y="1428750"/>
          <p14:tracePt t="62272" x="8223250" y="1436688"/>
          <p14:tracePt t="62284" x="8215313" y="1444625"/>
          <p14:tracePt t="62300" x="8215313" y="1458913"/>
          <p14:tracePt t="62317" x="8199438" y="1474788"/>
          <p14:tracePt t="62333" x="8185150" y="1498600"/>
          <p14:tracePt t="62351" x="8169275" y="1520825"/>
          <p14:tracePt t="62352" x="8161338" y="1536700"/>
          <p14:tracePt t="62367" x="8145463" y="1552575"/>
          <p14:tracePt t="62384" x="8137525" y="1568450"/>
          <p14:tracePt t="62400" x="8137525" y="1574800"/>
          <p14:tracePt t="62417" x="8131175" y="1590675"/>
          <p14:tracePt t="62434" x="8131175" y="1598613"/>
          <p14:tracePt t="62451" x="8123238" y="1622425"/>
          <p14:tracePt t="62468" x="8115300" y="1644650"/>
          <p14:tracePt t="62484" x="8115300" y="1668463"/>
          <p14:tracePt t="62501" x="8115300" y="1684338"/>
          <p14:tracePt t="62518" x="8115300" y="1690688"/>
          <p14:tracePt t="62534" x="8115300" y="1698625"/>
          <p14:tracePt t="62552" x="8115300" y="1706563"/>
          <p14:tracePt t="62569" x="8115300" y="1714500"/>
          <p14:tracePt t="62601" x="8115300" y="1752600"/>
          <p14:tracePt t="62617" x="8115300" y="1768475"/>
          <p14:tracePt t="62634" x="8115300" y="1792288"/>
          <p14:tracePt t="62651" x="8123238" y="1814513"/>
          <p14:tracePt t="62668" x="8123238" y="1838325"/>
          <p14:tracePt t="62684" x="8137525" y="1854200"/>
          <p14:tracePt t="62701" x="8145463" y="1868488"/>
          <p14:tracePt t="62718" x="8153400" y="1876425"/>
          <p14:tracePt t="62744" x="8153400" y="1884363"/>
          <p14:tracePt t="62824" x="8161338" y="1884363"/>
          <p14:tracePt t="62832" x="8169275" y="1884363"/>
          <p14:tracePt t="62840" x="8145463" y="1884363"/>
          <p14:tracePt t="62851" x="8131175" y="1884363"/>
          <p14:tracePt t="62869" x="8107363" y="1876425"/>
          <p14:tracePt t="64058" x="8107363" y="1868488"/>
          <p14:tracePt t="64064" x="8107363" y="1860550"/>
          <p14:tracePt t="64072" x="8131175" y="1854200"/>
          <p14:tracePt t="64088" x="8177213" y="1854200"/>
          <p14:tracePt t="64089" x="8207375" y="1854200"/>
          <p14:tracePt t="64104" x="8231188" y="1854200"/>
          <p14:tracePt t="64121" x="8285163" y="1860550"/>
          <p14:tracePt t="64138" x="8301038" y="1868488"/>
          <p14:tracePt t="64155" x="8315325" y="1868488"/>
          <p14:tracePt t="64172" x="8323263" y="1868488"/>
          <p14:tracePt t="64188" x="8331200" y="1868488"/>
          <p14:tracePt t="64481" x="8307388" y="1860550"/>
          <p14:tracePt t="64745" x="8347075" y="1860550"/>
          <p14:tracePt t="64753" x="8431213" y="1860550"/>
          <p14:tracePt t="64760" x="8493125" y="1860550"/>
          <p14:tracePt t="64772" x="8593138" y="1860550"/>
          <p14:tracePt t="64789" x="8832850" y="1860550"/>
          <p14:tracePt t="64806" x="9188450" y="1868488"/>
          <p14:tracePt t="64822" x="9490075" y="1884363"/>
          <p14:tracePt t="64839" x="9705975" y="1868488"/>
          <p14:tracePt t="64856" x="9837738" y="1860550"/>
          <p14:tracePt t="64857" x="9867900" y="1860550"/>
          <p14:tracePt t="64873" x="9875838" y="1860550"/>
          <p14:tracePt t="64920" x="9883775" y="1860550"/>
          <p14:tracePt t="65018" x="9898063" y="1860550"/>
          <p14:tracePt t="65024" x="9921875" y="1860550"/>
          <p14:tracePt t="65032" x="9929813" y="1854200"/>
          <p14:tracePt t="65057" x="10075863" y="1830388"/>
          <p14:tracePt t="65073" x="10215563" y="1784350"/>
          <p14:tracePt t="65089" x="10299700" y="1784350"/>
          <p14:tracePt t="65106" x="10339388" y="1760538"/>
          <p14:tracePt t="65241" x="10347325" y="1752600"/>
          <p14:tracePt t="66080" x="10353675" y="1744663"/>
          <p14:tracePt t="67001" x="10361613" y="1744663"/>
          <p14:tracePt t="67033" x="10369550" y="1744663"/>
          <p14:tracePt t="67049" x="10377488" y="1752600"/>
          <p14:tracePt t="67226" x="10369550" y="1738313"/>
          <p14:tracePt t="67232" x="10353675" y="1730375"/>
          <p14:tracePt t="67244" x="10323513" y="1722438"/>
          <p14:tracePt t="67261" x="10253663" y="1706563"/>
          <p14:tracePt t="67278" x="10183813" y="1698625"/>
          <p14:tracePt t="67295" x="10169525" y="1690688"/>
          <p14:tracePt t="67311" x="10161588" y="1690688"/>
          <p14:tracePt t="67425" x="10161588" y="1684338"/>
          <p14:tracePt t="67432" x="10137775" y="1652588"/>
          <p14:tracePt t="67440" x="10115550" y="1606550"/>
          <p14:tracePt t="67462" x="10083800" y="1552575"/>
          <p14:tracePt t="67479" x="10053638" y="1506538"/>
          <p14:tracePt t="67495" x="10029825" y="1490663"/>
          <p14:tracePt t="67512" x="10013950" y="1474788"/>
          <p14:tracePt t="67617" x="10007600" y="1458913"/>
          <p14:tracePt t="67624" x="9983788" y="1436688"/>
          <p14:tracePt t="67632" x="9975850" y="1428750"/>
          <p14:tracePt t="67645" x="9967913" y="1420813"/>
          <p14:tracePt t="67663" x="9929813" y="1398588"/>
          <p14:tracePt t="67679" x="9875838" y="1390650"/>
          <p14:tracePt t="67696" x="9837738" y="1390650"/>
          <p14:tracePt t="67696" x="9813925" y="1390650"/>
          <p14:tracePt t="67713" x="9775825" y="1390650"/>
          <p14:tracePt t="67713" x="9728200" y="1390650"/>
          <p14:tracePt t="67729" x="9659938" y="1390650"/>
          <p14:tracePt t="67730" x="9590088" y="1390650"/>
          <p14:tracePt t="67745" x="9442450" y="1404938"/>
          <p14:tracePt t="67762" x="9334500" y="1436688"/>
          <p14:tracePt t="67779" x="9272588" y="1444625"/>
          <p14:tracePt t="67796" x="9226550" y="1444625"/>
          <p14:tracePt t="67813" x="9204325" y="1452563"/>
          <p14:tracePt t="67829" x="9158288" y="1466850"/>
          <p14:tracePt t="67846" x="9126538" y="1466850"/>
          <p14:tracePt t="67862" x="9064625" y="1466850"/>
          <p14:tracePt t="67879" x="8994775" y="1466850"/>
          <p14:tracePt t="67896" x="8886825" y="1466850"/>
          <p14:tracePt t="67913" x="8840788" y="1466850"/>
          <p14:tracePt t="67913" x="8818563" y="1466850"/>
          <p14:tracePt t="67929" x="8756650" y="1474788"/>
          <p14:tracePt t="67946" x="8709025" y="1482725"/>
          <p14:tracePt t="67964" x="8662988" y="1498600"/>
          <p14:tracePt t="67980" x="8593138" y="1498600"/>
          <p14:tracePt t="67996" x="8547100" y="1528763"/>
          <p14:tracePt t="68013" x="8455025" y="1544638"/>
          <p14:tracePt t="68029" x="8377238" y="1568450"/>
          <p14:tracePt t="68046" x="8307388" y="1582738"/>
          <p14:tracePt t="68063" x="8231188" y="1606550"/>
          <p14:tracePt t="68080" x="8177213" y="1614488"/>
          <p14:tracePt t="68096" x="8137525" y="1628775"/>
          <p14:tracePt t="68097" x="8115300" y="1636713"/>
          <p14:tracePt t="68113" x="8091488" y="1644650"/>
          <p14:tracePt t="68129" x="8061325" y="1660525"/>
          <p14:tracePt t="68146" x="8037513" y="1676400"/>
          <p14:tracePt t="68163" x="8007350" y="1698625"/>
          <p14:tracePt t="68180" x="7967663" y="1722438"/>
          <p14:tracePt t="68196" x="7937500" y="1744663"/>
          <p14:tracePt t="68214" x="7929563" y="1744663"/>
          <p14:tracePt t="68231" x="7907338" y="1760538"/>
          <p14:tracePt t="68247" x="7899400" y="1776413"/>
          <p14:tracePt t="68264" x="7891463" y="1800225"/>
          <p14:tracePt t="68265" x="7891463" y="1806575"/>
          <p14:tracePt t="68280" x="7891463" y="1822450"/>
          <p14:tracePt t="68297" x="7891463" y="1838325"/>
          <p14:tracePt t="68314" x="7891463" y="1854200"/>
          <p14:tracePt t="68330" x="7891463" y="1876425"/>
          <p14:tracePt t="68347" x="7913688" y="1914525"/>
          <p14:tracePt t="68364" x="7937500" y="1938338"/>
          <p14:tracePt t="68380" x="7967663" y="1970088"/>
          <p14:tracePt t="68397" x="7999413" y="1992313"/>
          <p14:tracePt t="68414" x="8053388" y="2016125"/>
          <p14:tracePt t="68430" x="8145463" y="2030413"/>
          <p14:tracePt t="68447" x="8247063" y="2030413"/>
          <p14:tracePt t="68466" x="8369300" y="2030413"/>
          <p14:tracePt t="68482" x="8408988" y="2030413"/>
          <p14:tracePt t="68483" x="8447088" y="2030413"/>
          <p14:tracePt t="68497" x="8539163" y="2030413"/>
          <p14:tracePt t="68514" x="8655050" y="2030413"/>
          <p14:tracePt t="68531" x="8748713" y="2030413"/>
          <p14:tracePt t="68547" x="8832850" y="2030413"/>
          <p14:tracePt t="68565" x="8894763" y="2030413"/>
          <p14:tracePt t="68581" x="8956675" y="2030413"/>
          <p14:tracePt t="68597" x="9042400" y="2030413"/>
          <p14:tracePt t="68614" x="9126538" y="2030413"/>
          <p14:tracePt t="68631" x="9258300" y="2030413"/>
          <p14:tracePt t="68647" x="9396413" y="2030413"/>
          <p14:tracePt t="68664" x="9482138" y="2030413"/>
          <p14:tracePt t="68665" x="9520238" y="2030413"/>
          <p14:tracePt t="68681" x="9574213" y="2030413"/>
          <p14:tracePt t="68682" x="9598025" y="2024063"/>
          <p14:tracePt t="68697" x="9636125" y="2016125"/>
          <p14:tracePt t="68714" x="9644063" y="2016125"/>
          <p14:tracePt t="68761" x="9659938" y="2016125"/>
          <p14:tracePt t="68786" x="9674225" y="2016125"/>
          <p14:tracePt t="68793" x="9690100" y="2008188"/>
          <p14:tracePt t="68801" x="9698038" y="2000250"/>
          <p14:tracePt t="68817" x="9713913" y="1992313"/>
          <p14:tracePt t="68831" x="9721850" y="1992313"/>
          <p14:tracePt t="68848" x="9752013" y="1976438"/>
          <p14:tracePt t="68865" x="9782175" y="1962150"/>
          <p14:tracePt t="68865" x="9790113" y="1954213"/>
          <p14:tracePt t="68881" x="9805988" y="1938338"/>
          <p14:tracePt t="68898" x="9837738" y="1914525"/>
          <p14:tracePt t="68915" x="9844088" y="1900238"/>
          <p14:tracePt t="68932" x="9859963" y="1884363"/>
          <p14:tracePt t="68948" x="9867900" y="1884363"/>
          <p14:tracePt t="69243" x="9875838" y="1884363"/>
          <p14:tracePt t="69252" x="9883775" y="1860550"/>
          <p14:tracePt t="69257" x="9937750" y="1846263"/>
          <p14:tracePt t="69265" x="9967913" y="1814513"/>
          <p14:tracePt t="69282" x="9991725" y="1792288"/>
          <p14:tracePt t="69300" x="10013950" y="1768475"/>
          <p14:tracePt t="69316" x="10021888" y="1760538"/>
          <p14:tracePt t="73107" x="9983788" y="1760538"/>
          <p14:tracePt t="73113" x="9898063" y="1760538"/>
          <p14:tracePt t="73124" x="9813925" y="1784350"/>
          <p14:tracePt t="73141" x="9682163" y="1792288"/>
          <p14:tracePt t="73158" x="9536113" y="1792288"/>
          <p14:tracePt t="73175" x="9458325" y="1800225"/>
          <p14:tracePt t="73191" x="9412288" y="1800225"/>
          <p14:tracePt t="73207" x="9374188" y="1814513"/>
          <p14:tracePt t="73225" x="9304338" y="1846263"/>
          <p14:tracePt t="73241" x="9250363" y="1860550"/>
          <p14:tracePt t="73242" x="9212263" y="1884363"/>
          <p14:tracePt t="73257" x="9180513" y="1900238"/>
          <p14:tracePt t="73275" x="9110663" y="1914525"/>
          <p14:tracePt t="73291" x="9102725" y="1922463"/>
          <p14:tracePt t="73458" x="9102725" y="1908175"/>
          <p14:tracePt t="73465" x="9102725" y="1884363"/>
          <p14:tracePt t="73474" x="9102725" y="1860550"/>
          <p14:tracePt t="73492" x="9096375" y="1838325"/>
          <p14:tracePt t="73509" x="9048750" y="1814513"/>
          <p14:tracePt t="73525" x="8994775" y="1800225"/>
          <p14:tracePt t="73542" x="8940800" y="1800225"/>
          <p14:tracePt t="73558" x="8902700" y="1800225"/>
          <p14:tracePt t="73575" x="8886825" y="1800225"/>
          <p14:tracePt t="73618" x="8886825" y="1806575"/>
          <p14:tracePt t="73626" x="8886825" y="1830388"/>
          <p14:tracePt t="73633" x="8902700" y="1838325"/>
          <p14:tracePt t="73643" x="8940800" y="1854200"/>
          <p14:tracePt t="73658" x="9010650" y="1876425"/>
          <p14:tracePt t="73676" x="9118600" y="1900238"/>
          <p14:tracePt t="73693" x="9226550" y="1900238"/>
          <p14:tracePt t="73709" x="9296400" y="1900238"/>
          <p14:tracePt t="73725" x="9320213" y="1892300"/>
          <p14:tracePt t="73744" x="9328150" y="1892300"/>
          <p14:tracePt t="73746" x="9334500" y="1884363"/>
          <p14:tracePt t="73759" x="9334500" y="1876425"/>
          <p14:tracePt t="73776" x="9334500" y="1868488"/>
          <p14:tracePt t="73793" x="9334500" y="1854200"/>
          <p14:tracePt t="75235" x="9334500" y="1846263"/>
          <p14:tracePt t="75242" x="9266238" y="1846263"/>
          <p14:tracePt t="75250" x="9134475" y="1776413"/>
          <p14:tracePt t="75263" x="8926513" y="1628775"/>
          <p14:tracePt t="75279" x="8285163" y="1243013"/>
          <p14:tracePt t="75296" x="7505700" y="725488"/>
          <p14:tracePt t="75313" x="6702425" y="46038"/>
          <p14:tracePt t="77938" x="5351463" y="223838"/>
          <p14:tracePt t="77946" x="5281613" y="571500"/>
          <p14:tracePt t="77954" x="5203825" y="942975"/>
          <p14:tracePt t="77968" x="5181600" y="1243013"/>
          <p14:tracePt t="77985" x="5165725" y="1668463"/>
          <p14:tracePt t="77986" x="5165725" y="1792288"/>
          <p14:tracePt t="78001" x="5165725" y="1900238"/>
          <p14:tracePt t="78018" x="5243513" y="2070100"/>
          <p14:tracePt t="78035" x="5481638" y="2455863"/>
          <p14:tracePt t="78051" x="5629275" y="2633663"/>
          <p14:tracePt t="78069" x="5759450" y="2787650"/>
          <p14:tracePt t="78085" x="5853113" y="2903538"/>
          <p14:tracePt t="78102" x="5915025" y="2965450"/>
          <p14:tracePt t="78119" x="5937250" y="2973388"/>
          <p14:tracePt t="78135" x="5945188" y="2973388"/>
          <p14:tracePt t="78152" x="5969000" y="2949575"/>
          <p14:tracePt t="78168" x="5969000" y="2919413"/>
          <p14:tracePt t="78411" x="5999163" y="2973388"/>
          <p14:tracePt t="78418" x="6045200" y="3051175"/>
          <p14:tracePt t="78426" x="6053138" y="3073400"/>
          <p14:tracePt t="78435" x="6122988" y="3127375"/>
          <p14:tracePt t="78453" x="6215063" y="3275013"/>
          <p14:tracePt t="78470" x="6354763" y="3506788"/>
          <p14:tracePt t="78486" x="6462713" y="3629025"/>
          <p14:tracePt t="78503" x="6562725" y="3744913"/>
          <p14:tracePt t="78520" x="6670675" y="3884613"/>
          <p14:tracePt t="78536" x="6832600" y="4008438"/>
          <p14:tracePt t="78553" x="6948488" y="4132263"/>
          <p14:tracePt t="78569" x="7050088" y="4262438"/>
          <p14:tracePt t="78586" x="7188200" y="4448175"/>
          <p14:tracePt t="78587" x="7281863" y="4556125"/>
          <p14:tracePt t="78602" x="7551738" y="4887913"/>
          <p14:tracePt t="78619" x="7737475" y="5127625"/>
          <p14:tracePt t="78636" x="7907338" y="5337175"/>
          <p14:tracePt t="78653" x="7967663" y="5459413"/>
          <p14:tracePt t="78670" x="7999413" y="5529263"/>
          <p14:tracePt t="78686" x="7999413" y="5561013"/>
          <p14:tracePt t="78703" x="7999413" y="5568950"/>
          <p14:tracePt t="78720" x="8007350" y="5568950"/>
          <p14:tracePt t="78763" x="7983538" y="5545138"/>
          <p14:tracePt t="78771" x="7983538" y="5521325"/>
          <p14:tracePt t="78778" x="7983538" y="5499100"/>
          <p14:tracePt t="78788" x="7975600" y="5483225"/>
          <p14:tracePt t="78804" x="7975600" y="5475288"/>
          <p14:tracePt t="78971" x="7967663" y="5467350"/>
          <p14:tracePt t="78987" x="7953375" y="5475288"/>
          <p14:tracePt t="79524" x="7937500" y="5483225"/>
          <p14:tracePt t="79530" x="7929563" y="5499100"/>
          <p14:tracePt t="79539" x="7907338" y="5499100"/>
          <p14:tracePt t="79555" x="7891463" y="5507038"/>
          <p14:tracePt t="79556" x="7883525" y="5507038"/>
          <p14:tracePt t="79571" x="7875588" y="5514975"/>
          <p14:tracePt t="79589" x="7867650" y="5514975"/>
          <p14:tracePt t="79610" x="7853363" y="5514975"/>
          <p14:tracePt t="79635" x="7837488" y="5514975"/>
          <p14:tracePt t="79642" x="7829550" y="5507038"/>
          <p14:tracePt t="79655" x="7821613" y="5491163"/>
          <p14:tracePt t="79672" x="7821613" y="5483225"/>
          <p14:tracePt t="79755" x="7813675" y="5483225"/>
          <p14:tracePt t="79843" x="7805738" y="5475288"/>
          <p14:tracePt t="79851" x="7791450" y="5467350"/>
          <p14:tracePt t="79858" x="7791450" y="5459413"/>
          <p14:tracePt t="79872" x="7783513" y="5453063"/>
          <p14:tracePt t="79889" x="7783513" y="5421313"/>
          <p14:tracePt t="79906" x="7783513" y="5383213"/>
          <p14:tracePt t="79907" x="7775575" y="5367338"/>
          <p14:tracePt t="79923" x="7759700" y="5351463"/>
          <p14:tracePt t="79923" x="7743825" y="5313363"/>
          <p14:tracePt t="79939" x="7659688" y="5229225"/>
          <p14:tracePt t="79956" x="7527925" y="5105400"/>
          <p14:tracePt t="79972" x="7381875" y="4981575"/>
          <p14:tracePt t="79989" x="7258050" y="4881563"/>
          <p14:tracePt t="80006" x="7165975" y="4787900"/>
          <p14:tracePt t="80022" x="7058025" y="4657725"/>
          <p14:tracePt t="80039" x="6956425" y="4548188"/>
          <p14:tracePt t="80056" x="6832600" y="4471988"/>
          <p14:tracePt t="80073" x="6756400" y="4410075"/>
          <p14:tracePt t="80108" x="6648450" y="4302125"/>
          <p14:tracePt t="80123" x="6640513" y="4286250"/>
          <p14:tracePt t="80139" x="6632575" y="4278313"/>
          <p14:tracePt t="80212" x="6624638" y="4278313"/>
          <p14:tracePt t="80226" x="6616700" y="4278313"/>
          <p14:tracePt t="80243" x="6608763" y="4278313"/>
          <p14:tracePt t="80259" x="6602413" y="4278313"/>
          <p14:tracePt t="80266" x="6594475" y="4278313"/>
          <p14:tracePt t="80283" x="6586538" y="4286250"/>
          <p14:tracePt t="80299" x="6578600" y="4286250"/>
          <p14:tracePt t="80315" x="6570663" y="4286250"/>
          <p14:tracePt t="80363" x="6554788" y="4294188"/>
          <p14:tracePt t="80371" x="6548438" y="4294188"/>
          <p14:tracePt t="80379" x="6532563" y="4302125"/>
          <p14:tracePt t="80390" x="6516688" y="4302125"/>
          <p14:tracePt t="80407" x="6454775" y="4348163"/>
          <p14:tracePt t="80424" x="6362700" y="4456113"/>
          <p14:tracePt t="80441" x="6292850" y="4533900"/>
          <p14:tracePt t="80457" x="6230938" y="4602163"/>
          <p14:tracePt t="80474" x="6192838" y="4649788"/>
          <p14:tracePt t="80491" x="6153150" y="4711700"/>
          <p14:tracePt t="80507" x="6122988" y="4765675"/>
          <p14:tracePt t="80524" x="6069013" y="4787900"/>
          <p14:tracePt t="80541" x="6038850" y="4803775"/>
          <p14:tracePt t="80557" x="5999163" y="4803775"/>
          <p14:tracePt t="80574" x="5953125" y="4803775"/>
          <p14:tracePt t="80592" x="5883275" y="4803775"/>
          <p14:tracePt t="80608" x="5821363" y="4803775"/>
          <p14:tracePt t="80624" x="5791200" y="4819650"/>
          <p14:tracePt t="80641" x="5759450" y="4827588"/>
          <p14:tracePt t="80658" x="5759450" y="4833938"/>
          <p14:tracePt t="80675" x="5745163" y="4841875"/>
          <p14:tracePt t="80708" x="5729288" y="4849813"/>
          <p14:tracePt t="80859" x="5721350" y="4849813"/>
          <p14:tracePt t="80956" x="5713413" y="4849813"/>
          <p14:tracePt t="81003" x="5713413" y="4841875"/>
          <p14:tracePt t="81019" x="5713413" y="4833938"/>
          <p14:tracePt t="81108" x="5721350" y="4827588"/>
          <p14:tracePt t="81203" x="5745163" y="4827588"/>
          <p14:tracePt t="81211" x="5799138" y="4827588"/>
          <p14:tracePt t="81219" x="5829300" y="4827588"/>
          <p14:tracePt t="81226" x="5845175" y="4827588"/>
          <p14:tracePt t="81242" x="5875338" y="4827588"/>
          <p14:tracePt t="81259" x="5899150" y="4827588"/>
          <p14:tracePt t="81387" x="5915025" y="4827588"/>
          <p14:tracePt t="81395" x="5929313" y="4827588"/>
          <p14:tracePt t="81403" x="5976938" y="4827588"/>
          <p14:tracePt t="81426" x="6015038" y="4827588"/>
          <p14:tracePt t="81443" x="6030913" y="4827588"/>
          <p14:tracePt t="81459" x="6038850" y="4827588"/>
          <p14:tracePt t="82155" x="6076950" y="4841875"/>
          <p14:tracePt t="82163" x="6130925" y="4849813"/>
          <p14:tracePt t="82171" x="6184900" y="4857750"/>
          <p14:tracePt t="82179" x="6223000" y="4857750"/>
          <p14:tracePt t="82194" x="6262688" y="4865688"/>
          <p14:tracePt t="82211" x="6308725" y="4881563"/>
          <p14:tracePt t="82228" x="6330950" y="4887913"/>
          <p14:tracePt t="82300" x="6338888" y="4887913"/>
          <p14:tracePt t="82372" x="6354763" y="4887913"/>
          <p14:tracePt t="82403" x="6362700" y="4887913"/>
          <p14:tracePt t="82443" x="6384925" y="4887913"/>
          <p14:tracePt t="82452" x="6408738" y="4887913"/>
          <p14:tracePt t="82462" x="6416675" y="4895850"/>
          <p14:tracePt t="82478" x="6478588" y="4911725"/>
          <p14:tracePt t="82495" x="6524625" y="4911725"/>
          <p14:tracePt t="82512" x="6532563" y="4911725"/>
          <p14:tracePt t="82572" x="6548438" y="4903788"/>
          <p14:tracePt t="82804" x="6548438" y="4895850"/>
          <p14:tracePt t="82811" x="6548438" y="4881563"/>
          <p14:tracePt t="82819" x="6548438" y="4873625"/>
          <p14:tracePt t="82876" x="6554788" y="4857750"/>
          <p14:tracePt t="83693" x="6570663" y="4849813"/>
          <p14:tracePt t="83700" x="6586538" y="4841875"/>
          <p14:tracePt t="83708" x="6608763" y="4841875"/>
          <p14:tracePt t="84196" x="6632575" y="4841875"/>
          <p14:tracePt t="84541" x="6640513" y="4841875"/>
          <p14:tracePt t="84740" x="6648450" y="4841875"/>
          <p14:tracePt t="84756" x="6662738" y="4841875"/>
          <p14:tracePt t="84763" x="6678613" y="4849813"/>
          <p14:tracePt t="84771" x="6710363" y="4857750"/>
          <p14:tracePt t="84783" x="6756400" y="4873625"/>
          <p14:tracePt t="84800" x="6832600" y="4881563"/>
          <p14:tracePt t="84816" x="6894513" y="4881563"/>
          <p14:tracePt t="84833" x="6918325" y="4881563"/>
          <p14:tracePt t="84850" x="6918325" y="4865688"/>
          <p14:tracePt t="84867" x="6934200" y="4849813"/>
          <p14:tracePt t="84883" x="6956425" y="4827588"/>
          <p14:tracePt t="84900" x="6964363" y="4819650"/>
          <p14:tracePt t="84917" x="6980238" y="4811713"/>
          <p14:tracePt t="84934" x="6980238" y="4803775"/>
          <p14:tracePt t="84951" x="6988175" y="4795838"/>
          <p14:tracePt t="84967" x="7034213" y="4772025"/>
          <p14:tracePt t="84996" x="7042150" y="4772025"/>
          <p14:tracePt t="85229" x="7058025" y="4765675"/>
          <p14:tracePt t="85237" x="7112000" y="4765675"/>
          <p14:tracePt t="85244" x="7142163" y="4765675"/>
          <p14:tracePt t="85253" x="7196138" y="4765675"/>
          <p14:tracePt t="85267" x="7227888" y="4765675"/>
          <p14:tracePt t="85284" x="7273925" y="4765675"/>
          <p14:tracePt t="85348" x="7281863" y="4765675"/>
          <p14:tracePt t="85355" x="7296150" y="4765675"/>
          <p14:tracePt t="85397" x="7304088" y="4765675"/>
          <p14:tracePt t="85804" x="7312025" y="4765675"/>
          <p14:tracePt t="85811" x="7350125" y="4779963"/>
          <p14:tracePt t="85819" x="7389813" y="4787900"/>
          <p14:tracePt t="85836" x="7427913" y="4787900"/>
          <p14:tracePt t="85853" x="7497763" y="4811713"/>
          <p14:tracePt t="85869" x="7559675" y="4819650"/>
          <p14:tracePt t="85885" x="7589838" y="4819650"/>
          <p14:tracePt t="86204" x="7613650" y="4819650"/>
          <p14:tracePt t="86212" x="7675563" y="4795838"/>
          <p14:tracePt t="86221" x="7721600" y="4772025"/>
          <p14:tracePt t="86236" x="7821613" y="4733925"/>
          <p14:tracePt t="86253" x="7875588" y="4711700"/>
          <p14:tracePt t="86270" x="7899400" y="4687888"/>
          <p14:tracePt t="86287" x="7913688" y="4672013"/>
          <p14:tracePt t="86303" x="7929563" y="4641850"/>
          <p14:tracePt t="86320" x="7929563" y="4618038"/>
          <p14:tracePt t="86337" x="7937500" y="4595813"/>
          <p14:tracePt t="86353" x="7937500" y="4579938"/>
          <p14:tracePt t="86370" x="7937500" y="4572000"/>
          <p14:tracePt t="86516" x="7937500" y="4556125"/>
          <p14:tracePt t="86524" x="7913688" y="4502150"/>
          <p14:tracePt t="86532" x="7875588" y="4456113"/>
          <p14:tracePt t="86554" x="7845425" y="4418013"/>
          <p14:tracePt t="86571" x="7797800" y="4364038"/>
          <p14:tracePt t="86588" x="7759700" y="4324350"/>
          <p14:tracePt t="86588" x="7751763" y="4310063"/>
          <p14:tracePt t="86605" x="7713663" y="4256088"/>
          <p14:tracePt t="86621" x="7651750" y="4200525"/>
          <p14:tracePt t="86638" x="7412038" y="3962400"/>
          <p14:tracePt t="86654" x="7104063" y="3744913"/>
          <p14:tracePt t="86670" x="6856413" y="3614738"/>
          <p14:tracePt t="86688" x="6718300" y="3552825"/>
          <p14:tracePt t="86704" x="6648450" y="3514725"/>
          <p14:tracePt t="86721" x="6640513" y="3506788"/>
          <p14:tracePt t="87334" x="6616700" y="3506788"/>
          <p14:tracePt t="87341" x="6548438" y="3514725"/>
          <p14:tracePt t="87347" x="6486525" y="3552825"/>
          <p14:tracePt t="87357" x="6408738" y="3582988"/>
          <p14:tracePt t="87372" x="6330950" y="3614738"/>
          <p14:tracePt t="87373" x="6276975" y="3629025"/>
          <p14:tracePt t="87389" x="6223000" y="3668713"/>
          <p14:tracePt t="87405" x="6200775" y="3676650"/>
          <p14:tracePt t="87469" x="6184900" y="3690938"/>
          <p14:tracePt t="87476" x="6169025" y="3690938"/>
          <p14:tracePt t="87484" x="6138863" y="3690938"/>
          <p14:tracePt t="87506" x="6038850" y="3668713"/>
          <p14:tracePt t="87523" x="5883275" y="3590925"/>
          <p14:tracePt t="87540" x="5729288" y="3514725"/>
          <p14:tracePt t="87556" x="5583238" y="3475038"/>
          <p14:tracePt t="87557" x="5535613" y="3459163"/>
          <p14:tracePt t="87572" x="5481638" y="3436938"/>
          <p14:tracePt t="87589" x="5473700" y="3429000"/>
          <p14:tracePt t="87758" x="5467350" y="3429000"/>
          <p14:tracePt t="87909" x="5467350" y="3390900"/>
          <p14:tracePt t="87916" x="5467350" y="3313113"/>
          <p14:tracePt t="87924" x="5467350" y="3251200"/>
          <p14:tracePt t="87940" x="5451475" y="3159125"/>
          <p14:tracePt t="87957" x="5451475" y="2787650"/>
          <p14:tracePt t="87974" x="5451475" y="2595563"/>
          <p14:tracePt t="87990" x="5451475" y="2479675"/>
          <p14:tracePt t="88007" x="5467350" y="2447925"/>
          <p14:tracePt t="88024" x="5481638" y="2432050"/>
          <p14:tracePt t="88057" x="5521325" y="2409825"/>
          <p14:tracePt t="88074" x="5529263" y="2401888"/>
          <p14:tracePt t="88750" x="5535613" y="2425700"/>
          <p14:tracePt t="88757" x="5575300" y="2587625"/>
          <p14:tracePt t="88764" x="5643563" y="2779713"/>
          <p14:tracePt t="88775" x="5737225" y="2981325"/>
          <p14:tracePt t="88792" x="5976938" y="3444875"/>
          <p14:tracePt t="88809" x="6238875" y="3884613"/>
          <p14:tracePt t="88826" x="6508750" y="4302125"/>
          <p14:tracePt t="88842" x="6710363" y="4556125"/>
          <p14:tracePt t="88859" x="6786563" y="4695825"/>
          <p14:tracePt t="88875" x="6826250" y="4741863"/>
          <p14:tracePt t="88893" x="6832600" y="4757738"/>
          <p14:tracePt t="88909" x="6840538" y="4779963"/>
          <p14:tracePt t="88926" x="6848475" y="4787900"/>
          <p14:tracePt t="88997" x="6848475" y="4795838"/>
          <p14:tracePt t="89044" x="6848475" y="4803775"/>
          <p14:tracePt t="89052" x="6848475" y="4811713"/>
          <p14:tracePt t="89060" x="6848475" y="4819650"/>
          <p14:tracePt t="91070" x="6848475" y="4827588"/>
          <p14:tracePt t="91076" x="6848475" y="4841875"/>
          <p14:tracePt t="91100" x="6880225" y="4865688"/>
          <p14:tracePt t="91108" x="6910388" y="4887913"/>
          <p14:tracePt t="91116" x="6926263" y="4895850"/>
          <p14:tracePt t="91130" x="6942138" y="4903788"/>
          <p14:tracePt t="91147" x="6972300" y="4919663"/>
          <p14:tracePt t="91164" x="6980238" y="4919663"/>
          <p14:tracePt t="92350" x="7004050" y="4919663"/>
          <p14:tracePt t="92357" x="7058025" y="4919663"/>
          <p14:tracePt t="92367" x="7096125" y="4919663"/>
          <p14:tracePt t="92383" x="7165975" y="4911725"/>
          <p14:tracePt t="92400" x="7204075" y="4911725"/>
          <p14:tracePt t="92417" x="7234238" y="4911725"/>
          <p14:tracePt t="92433" x="7242175" y="4911725"/>
          <p14:tracePt t="92686" x="7281863" y="4911725"/>
          <p14:tracePt t="92694" x="7335838" y="4911725"/>
          <p14:tracePt t="92701" x="7389813" y="4911725"/>
          <p14:tracePt t="92717" x="7458075" y="4903788"/>
          <p14:tracePt t="92734" x="7505700" y="4887913"/>
          <p14:tracePt t="92751" x="7519988" y="4881563"/>
          <p14:tracePt t="92773" x="7527925" y="4881563"/>
          <p14:tracePt t="92784" x="7535863" y="4881563"/>
          <p14:tracePt t="93287" x="7543800" y="4881563"/>
          <p14:tracePt t="93647" x="7597775" y="4857750"/>
          <p14:tracePt t="93656" x="7643813" y="4811713"/>
          <p14:tracePt t="93660" x="7697788" y="4787900"/>
          <p14:tracePt t="93669" x="7743825" y="4757738"/>
          <p14:tracePt t="93686" x="7845425" y="4718050"/>
          <p14:tracePt t="93703" x="7883525" y="4695825"/>
          <p14:tracePt t="93765" x="7899400" y="4672013"/>
          <p14:tracePt t="93773" x="7899400" y="4664075"/>
          <p14:tracePt t="93781" x="7899400" y="4657725"/>
          <p14:tracePt t="93789" x="7907338" y="4649788"/>
          <p14:tracePt t="93805" x="7907338" y="4633913"/>
          <p14:tracePt t="94406" x="7907338" y="4595813"/>
          <p14:tracePt t="94413" x="7907338" y="4510088"/>
          <p14:tracePt t="94422" x="7875588" y="4464050"/>
          <p14:tracePt t="94438" x="7791450" y="4371975"/>
          <p14:tracePt t="94454" x="7743825" y="4316413"/>
          <p14:tracePt t="94471" x="7705725" y="4286250"/>
          <p14:tracePt t="94488" x="7689850" y="4270375"/>
          <p14:tracePt t="94534" x="7683500" y="4270375"/>
          <p14:tracePt t="94541" x="7675563" y="4270375"/>
          <p14:tracePt t="94565" x="7667625" y="4270375"/>
          <p14:tracePt t="94581" x="7659688" y="4270375"/>
          <p14:tracePt t="94589" x="7651750" y="4270375"/>
          <p14:tracePt t="94597" x="7643813" y="4270375"/>
          <p14:tracePt t="94606" x="7635875" y="4270375"/>
          <p14:tracePt t="94621" x="7613650" y="4270375"/>
          <p14:tracePt t="94638" x="7551738" y="4294188"/>
          <p14:tracePt t="94655" x="7451725" y="4316413"/>
          <p14:tracePt t="94672" x="7327900" y="4378325"/>
          <p14:tracePt t="94689" x="7250113" y="4410075"/>
          <p14:tracePt t="94705" x="7219950" y="4432300"/>
          <p14:tracePt t="94722" x="7219950" y="4440238"/>
          <p14:tracePt t="94738" x="7219950" y="4456113"/>
          <p14:tracePt t="94757" x="7219950" y="4471988"/>
          <p14:tracePt t="94772" x="7219950" y="4479925"/>
          <p14:tracePt t="94789" x="7219950" y="4518025"/>
          <p14:tracePt t="94789" x="7219950" y="4541838"/>
          <p14:tracePt t="94805" x="7219950" y="4556125"/>
          <p14:tracePt t="94806" x="7219950" y="4587875"/>
          <p14:tracePt t="94822" x="7234238" y="4618038"/>
          <p14:tracePt t="94902" x="7227888" y="4618038"/>
          <p14:tracePt t="94909" x="7204075" y="4625975"/>
          <p14:tracePt t="94917" x="7165975" y="4649788"/>
          <p14:tracePt t="94939" x="7112000" y="4703763"/>
          <p14:tracePt t="94955" x="7080250" y="4787900"/>
          <p14:tracePt t="94972" x="7080250" y="4865688"/>
          <p14:tracePt t="94989" x="7104063" y="4919663"/>
          <p14:tracePt t="94990" x="7134225" y="4935538"/>
          <p14:tracePt t="95005" x="7212013" y="4973638"/>
          <p14:tracePt t="95023" x="7327900" y="5003800"/>
          <p14:tracePt t="95039" x="7473950" y="5019675"/>
          <p14:tracePt t="95056" x="7551738" y="5019675"/>
          <p14:tracePt t="95073" x="7613650" y="5019675"/>
          <p14:tracePt t="95089" x="7675563" y="4997450"/>
          <p14:tracePt t="95106" x="7697788" y="4965700"/>
          <p14:tracePt t="95123" x="7751763" y="4911725"/>
          <p14:tracePt t="95140" x="7783513" y="4841875"/>
          <p14:tracePt t="95156" x="7813675" y="4787900"/>
          <p14:tracePt t="95173" x="7829550" y="4772025"/>
          <p14:tracePt t="95206" x="7829550" y="4765675"/>
          <p14:tracePt t="95230" x="7829550" y="4749800"/>
          <p14:tracePt t="95237" x="7829550" y="4711700"/>
          <p14:tracePt t="95245" x="7829550" y="4664075"/>
          <p14:tracePt t="95256" x="7821613" y="4633913"/>
          <p14:tracePt t="95273" x="7783513" y="4564063"/>
          <p14:tracePt t="95289" x="7737475" y="4518025"/>
          <p14:tracePt t="95307" x="7689850" y="4486275"/>
          <p14:tracePt t="95323" x="7659688" y="4479925"/>
          <p14:tracePt t="95340" x="7643813" y="4471988"/>
          <p14:tracePt t="95846" x="7643813" y="4464050"/>
          <p14:tracePt t="95853" x="7659688" y="4464050"/>
          <p14:tracePt t="95869" x="7667625" y="4464050"/>
          <p14:tracePt t="95877" x="7675563" y="4464050"/>
          <p14:tracePt t="98207" x="7689850" y="4464050"/>
          <p14:tracePt t="98599" x="7675563" y="4464050"/>
          <p14:tracePt t="98606" x="7627938" y="4448175"/>
          <p14:tracePt t="98615" x="7513638" y="4356100"/>
          <p14:tracePt t="98631" x="7134225" y="4116388"/>
          <p14:tracePt t="98647" x="6524625" y="3814763"/>
          <p14:tracePt t="98664" x="6007100" y="3684588"/>
          <p14:tracePt t="98680" x="5813425" y="3629025"/>
          <p14:tracePt t="98697" x="5799138" y="3629025"/>
          <p14:tracePt t="98714" x="5791200" y="3629025"/>
          <p14:tracePt t="98730" x="5783263" y="3629025"/>
          <p14:tracePt t="98747" x="5753100" y="3644900"/>
          <p14:tracePt t="98764" x="5659438" y="3738563"/>
          <p14:tracePt t="98781" x="5589588" y="3760788"/>
          <p14:tracePt t="98798" x="5543550" y="3776663"/>
          <p14:tracePt t="98798" x="5535613" y="3776663"/>
          <p14:tracePt t="98814" x="5513388" y="3776663"/>
          <p14:tracePt t="98830" x="5513388" y="3506788"/>
          <p14:tracePt t="98847" x="5551488" y="3027363"/>
          <p14:tracePt t="98865" x="5651500" y="2417763"/>
          <p14:tracePt t="98898" x="5559425" y="1520825"/>
          <p14:tracePt t="98914" x="5443538" y="1042988"/>
          <p14:tracePt t="98931" x="5303838" y="617538"/>
          <p14:tracePt t="98948" x="5219700" y="309563"/>
          <p14:tracePt t="98965" x="5181600" y="115888"/>
          <p14:tracePt t="100070" x="4548188" y="479425"/>
          <p14:tracePt t="100083" x="4332288" y="833438"/>
          <p14:tracePt t="100100" x="3914775" y="1458913"/>
          <p14:tracePt t="100117" x="3544888" y="2232025"/>
          <p14:tracePt t="100134" x="3335338" y="2989263"/>
          <p14:tracePt t="100134" x="3259138" y="3336925"/>
          <p14:tracePt t="100150" x="3235325" y="3552825"/>
          <p14:tracePt t="100167" x="3211513" y="3954463"/>
          <p14:tracePt t="100184" x="3211513" y="4108450"/>
          <p14:tracePt t="100200" x="3211513" y="4208463"/>
          <p14:tracePt t="100217" x="3211513" y="4294188"/>
          <p14:tracePt t="100234" x="3227388" y="4371975"/>
          <p14:tracePt t="100251" x="3281363" y="4448175"/>
          <p14:tracePt t="100268" x="3351213" y="4518025"/>
          <p14:tracePt t="100284" x="3413125" y="4564063"/>
          <p14:tracePt t="100301" x="3475038" y="4641850"/>
          <p14:tracePt t="100317" x="3551238" y="4733925"/>
          <p14:tracePt t="100334" x="3605213" y="4787900"/>
          <p14:tracePt t="100351" x="3621088" y="4803775"/>
          <p14:tracePt t="100368" x="3636963" y="4803775"/>
          <p14:tracePt t="100631" x="3636963" y="4811713"/>
          <p14:tracePt t="100638" x="3621088" y="4803775"/>
          <p14:tracePt t="100646" x="3605213" y="4787900"/>
          <p14:tracePt t="100668" x="3529013" y="4749800"/>
          <p14:tracePt t="100685" x="3497263" y="4725988"/>
          <p14:tracePt t="100702" x="3489325" y="4711700"/>
          <p14:tracePt t="100718" x="3459163" y="4695825"/>
          <p14:tracePt t="100735" x="3443288" y="4679950"/>
          <p14:tracePt t="100783" x="3443288" y="4664075"/>
          <p14:tracePt t="100790" x="3429000" y="4641850"/>
          <p14:tracePt t="100802" x="3389313" y="4610100"/>
          <p14:tracePt t="100819" x="3327400" y="4587875"/>
          <p14:tracePt t="100835" x="3281363" y="4564063"/>
          <p14:tracePt t="100852" x="3243263" y="4556125"/>
          <p14:tracePt t="100869" x="3235325" y="4548188"/>
          <p14:tracePt t="101343" x="3235325" y="4556125"/>
          <p14:tracePt t="101350" x="3251200" y="4556125"/>
          <p14:tracePt t="101366" x="3259138" y="4556125"/>
          <p14:tracePt t="101527" x="3259138" y="4564063"/>
          <p14:tracePt t="101615" x="3243263" y="4564063"/>
          <p14:tracePt t="101622" x="3197225" y="4564063"/>
          <p14:tracePt t="101630" x="3173413" y="4548188"/>
          <p14:tracePt t="101639" x="3165475" y="4541838"/>
          <p14:tracePt t="101653" x="3111500" y="4541838"/>
          <p14:tracePt t="101654" x="3095625" y="4533900"/>
          <p14:tracePt t="101670" x="3089275" y="4533900"/>
          <p14:tracePt t="101687" x="3073400" y="4533900"/>
          <p14:tracePt t="102159" x="3065463" y="4533900"/>
          <p14:tracePt t="102166" x="3065463" y="4541838"/>
          <p14:tracePt t="102182" x="3057525" y="4548188"/>
          <p14:tracePt t="102247" x="3049588" y="4556125"/>
          <p14:tracePt t="102263" x="3027363" y="4572000"/>
          <p14:tracePt t="102270" x="3003550" y="4579938"/>
          <p14:tracePt t="102278" x="2965450" y="4610100"/>
          <p14:tracePt t="102294" x="2957513" y="4625975"/>
          <p14:tracePt t="102305" x="2949575" y="4664075"/>
          <p14:tracePt t="102322" x="2949575" y="4679950"/>
          <p14:tracePt t="102338" x="2949575" y="4687888"/>
          <p14:tracePt t="102355" x="2949575" y="4695825"/>
          <p14:tracePt t="102372" x="2949575" y="4703763"/>
          <p14:tracePt t="102399" x="2949575" y="4711700"/>
          <p14:tracePt t="102455" x="2949575" y="4718050"/>
          <p14:tracePt t="102463" x="2949575" y="4725988"/>
          <p14:tracePt t="102472" x="2949575" y="4733925"/>
          <p14:tracePt t="102656" x="2949575" y="4741863"/>
          <p14:tracePt t="102670" x="2949575" y="4757738"/>
          <p14:tracePt t="102678" x="2949575" y="4765675"/>
          <p14:tracePt t="102689" x="2949575" y="4772025"/>
          <p14:tracePt t="102706" x="2949575" y="4779963"/>
          <p14:tracePt t="102807" x="2933700" y="4772025"/>
          <p14:tracePt t="102824" x="2933700" y="4765675"/>
          <p14:tracePt t="102830" x="2933700" y="4757738"/>
          <p14:tracePt t="102839" x="2933700" y="4749800"/>
          <p14:tracePt t="102856" x="2933700" y="4741863"/>
          <p14:tracePt t="102903" x="2933700" y="4733925"/>
          <p14:tracePt t="102911" x="2933700" y="4725988"/>
          <p14:tracePt t="102918" x="2933700" y="4718050"/>
          <p14:tracePt t="102926" x="2933700" y="4711700"/>
          <p14:tracePt t="102942" x="2919413" y="4695825"/>
          <p14:tracePt t="102958" x="2911475" y="4679950"/>
          <p14:tracePt t="102973" x="2911475" y="4672013"/>
          <p14:tracePt t="102990" x="2895600" y="4625975"/>
          <p14:tracePt t="103007" x="2857500" y="4579938"/>
          <p14:tracePt t="103023" x="2833688" y="4541838"/>
          <p14:tracePt t="103040" x="2833688" y="4533900"/>
          <p14:tracePt t="103063" x="2833688" y="4525963"/>
          <p14:tracePt t="103351" x="2833688" y="4518025"/>
          <p14:tracePt t="106896" x="2849563" y="4525963"/>
          <p14:tracePt t="107953" x="2857500" y="4525963"/>
          <p14:tracePt t="107959" x="2903538" y="4541838"/>
          <p14:tracePt t="107969" x="2979738" y="4556125"/>
          <p14:tracePt t="107984" x="3041650" y="4564063"/>
          <p14:tracePt t="108001" x="3081338" y="4579938"/>
          <p14:tracePt t="108018" x="3095625" y="4587875"/>
          <p14:tracePt t="108035" x="3103563" y="4595813"/>
          <p14:tracePt t="108304" x="3111500" y="4595813"/>
          <p14:tracePt t="108344" x="3081338" y="4579938"/>
          <p14:tracePt t="108353" x="3073400" y="4564063"/>
          <p14:tracePt t="108359" x="3057525" y="4564063"/>
          <p14:tracePt t="109922" x="3057525" y="4556125"/>
          <p14:tracePt t="109944" x="3057525" y="4579938"/>
          <p14:tracePt t="109952" x="3065463" y="4587875"/>
          <p14:tracePt t="109959" x="3089275" y="4595813"/>
          <p14:tracePt t="109972" x="3095625" y="4610100"/>
          <p14:tracePt t="110121" x="3103563" y="4610100"/>
          <p14:tracePt t="110127" x="3119438" y="4602163"/>
          <p14:tracePt t="110139" x="3127375" y="4595813"/>
          <p14:tracePt t="110156" x="3135313" y="4564063"/>
          <p14:tracePt t="110173" x="3149600" y="4533900"/>
          <p14:tracePt t="110189" x="3149600" y="4510088"/>
          <p14:tracePt t="110206" x="3149600" y="4486275"/>
          <p14:tracePt t="110222" x="3149600" y="4479925"/>
          <p14:tracePt t="110240" x="3149600" y="4471988"/>
          <p14:tracePt t="110345" x="3149600" y="4456113"/>
          <p14:tracePt t="110352" x="3143250" y="4448175"/>
          <p14:tracePt t="110360" x="3127375" y="4440238"/>
          <p14:tracePt t="110372" x="3111500" y="4440238"/>
          <p14:tracePt t="110389" x="3073400" y="4425950"/>
          <p14:tracePt t="110406" x="3041650" y="4410075"/>
          <p14:tracePt t="110423" x="3011488" y="4402138"/>
          <p14:tracePt t="110504" x="2987675" y="4394200"/>
          <p14:tracePt t="110511" x="2979738" y="4386263"/>
          <p14:tracePt t="110523" x="2973388" y="4386263"/>
          <p14:tracePt t="110552" x="2965450" y="4386263"/>
          <p14:tracePt t="110856" x="2965450" y="4371975"/>
          <p14:tracePt t="110872" x="2965450" y="4364038"/>
          <p14:tracePt t="110880" x="2965450" y="4356100"/>
          <p14:tracePt t="110984" x="2957513" y="4348163"/>
          <p14:tracePt t="111329" x="2957513" y="4378325"/>
          <p14:tracePt t="111336" x="2957513" y="4533900"/>
          <p14:tracePt t="111343" x="2957513" y="4765675"/>
          <p14:tracePt t="111359" x="2957513" y="5019675"/>
          <p14:tracePt t="111359" x="3019425" y="5305425"/>
          <p14:tracePt t="111375" x="3119438" y="5583238"/>
          <p14:tracePt t="111392" x="3243263" y="6046788"/>
          <p14:tracePt t="111408" x="3359150" y="6332538"/>
          <p14:tracePt t="111520" x="3351213" y="6340475"/>
          <p14:tracePt t="111528" x="3319463" y="6332538"/>
          <p14:tracePt t="111536" x="3281363" y="6302375"/>
          <p14:tracePt t="111543" x="3251200" y="6294438"/>
          <p14:tracePt t="111559" x="3243263" y="6278563"/>
          <p14:tracePt t="111575" x="3235325" y="6278563"/>
          <p14:tracePt t="111592" x="3227388" y="6270625"/>
          <p14:tracePt t="111624" x="3211513" y="6256338"/>
          <p14:tracePt t="111632" x="3189288" y="6224588"/>
          <p14:tracePt t="111642" x="3181350" y="6208713"/>
          <p14:tracePt t="111659" x="3143250" y="6146800"/>
          <p14:tracePt t="111676" x="3103563" y="6116638"/>
          <p14:tracePt t="111692" x="3065463" y="6078538"/>
          <p14:tracePt t="111709" x="3057525" y="6054725"/>
          <p14:tracePt t="111726" x="3057525" y="6030913"/>
          <p14:tracePt t="111752" x="3057525" y="6024563"/>
          <p14:tracePt t="112481" x="3057525" y="6000750"/>
          <p14:tracePt t="112488" x="3057525" y="5984875"/>
          <p14:tracePt t="112496" x="3057525" y="5962650"/>
          <p14:tracePt t="112511" x="3057525" y="5954713"/>
          <p14:tracePt t="112527" x="3057525" y="5922963"/>
          <p14:tracePt t="112545" x="3057525" y="5915025"/>
          <p14:tracePt t="112561" x="3049588" y="5908675"/>
          <p14:tracePt t="112761" x="3049588" y="5876925"/>
          <p14:tracePt t="112768" x="3049588" y="5854700"/>
          <p14:tracePt t="112778" x="3049588" y="5838825"/>
          <p14:tracePt t="112795" x="3041650" y="5776913"/>
          <p14:tracePt t="112811" x="3027363" y="5722938"/>
          <p14:tracePt t="112829" x="3019425" y="5661025"/>
          <p14:tracePt t="112845" x="3019425" y="5629275"/>
          <p14:tracePt t="112862" x="3003550" y="5583238"/>
          <p14:tracePt t="112879" x="2995613" y="5537200"/>
          <p14:tracePt t="112895" x="2987675" y="5507038"/>
          <p14:tracePt t="112912" x="2979738" y="5453063"/>
          <p14:tracePt t="112912" x="2973388" y="5421313"/>
          <p14:tracePt t="112928" x="2973388" y="5413375"/>
          <p14:tracePt t="112945" x="2965450" y="5367338"/>
          <p14:tracePt t="112962" x="2965450" y="5359400"/>
          <p14:tracePt t="113042" x="2965450" y="5351463"/>
          <p14:tracePt t="113049" x="2965450" y="5297488"/>
          <p14:tracePt t="113056" x="2965450" y="5243513"/>
          <p14:tracePt t="113079" x="2965450" y="5159375"/>
          <p14:tracePt t="113096" x="2941638" y="5043488"/>
          <p14:tracePt t="113097" x="2925763" y="4973638"/>
          <p14:tracePt t="113112" x="2903538" y="4903788"/>
          <p14:tracePt t="113129" x="2895600" y="4725988"/>
          <p14:tracePt t="113146" x="2895600" y="4664075"/>
          <p14:tracePt t="113163" x="2903538" y="4587875"/>
          <p14:tracePt t="113179" x="2925763" y="4541838"/>
          <p14:tracePt t="113196" x="2933700" y="4525963"/>
          <p14:tracePt t="113745" x="2941638" y="4525963"/>
          <p14:tracePt t="114058" x="2949575" y="4525963"/>
          <p14:tracePt t="114073" x="2957513" y="4533900"/>
          <p14:tracePt t="114105" x="2965450" y="4533900"/>
          <p14:tracePt t="114112" x="2973388" y="4533900"/>
          <p14:tracePt t="115929" x="2979738" y="4533900"/>
          <p14:tracePt t="115937" x="2995613" y="4541838"/>
          <p14:tracePt t="115993" x="3003550" y="4541838"/>
          <p14:tracePt t="116009" x="3033713" y="4541838"/>
          <p14:tracePt t="116017" x="3049588" y="4541838"/>
          <p14:tracePt t="116033" x="3057525" y="4541838"/>
          <p14:tracePt t="116505" x="3049588" y="4541838"/>
          <p14:tracePt t="116594" x="3041650" y="4548188"/>
          <p14:tracePt t="116729" x="3041650" y="4533900"/>
          <p14:tracePt t="116738" x="3041650" y="4525963"/>
          <p14:tracePt t="116745" x="3041650" y="4502150"/>
          <p14:tracePt t="116753" x="3041650" y="4494213"/>
          <p14:tracePt t="116770" x="3049588" y="4471988"/>
          <p14:tracePt t="116787" x="3057525" y="4471988"/>
          <p14:tracePt t="116804" x="3057525" y="4456113"/>
          <p14:tracePt t="116821" x="3065463" y="4456113"/>
          <p14:tracePt t="117970" x="3065463" y="4448175"/>
          <p14:tracePt t="117977" x="3081338" y="4432300"/>
          <p14:tracePt t="117985" x="3111500" y="4418013"/>
          <p14:tracePt t="117993" x="3143250" y="4410075"/>
          <p14:tracePt t="118006" x="3181350" y="4394200"/>
          <p14:tracePt t="118023" x="3189288" y="4386263"/>
          <p14:tracePt t="118039" x="3203575" y="4378325"/>
          <p14:tracePt t="118057" x="3211513" y="4371975"/>
          <p14:tracePt t="118074" x="3227388" y="4371975"/>
          <p14:tracePt t="118074" x="3235325" y="4371975"/>
          <p14:tracePt t="118090" x="3265488" y="4371975"/>
          <p14:tracePt t="118107" x="3305175" y="4364038"/>
          <p14:tracePt t="118123" x="3313113" y="4364038"/>
          <p14:tracePt t="118139" x="3319463" y="4356100"/>
          <p14:tracePt t="118194" x="3343275" y="4340225"/>
          <p14:tracePt t="118201" x="3343275" y="4324350"/>
          <p14:tracePt t="118209" x="3351213" y="4316413"/>
          <p14:tracePt t="118224" x="3359150" y="4310063"/>
          <p14:tracePt t="118240" x="3367088" y="4310063"/>
          <p14:tracePt t="119273" x="3381375" y="4310063"/>
          <p14:tracePt t="119281" x="3389313" y="4294188"/>
          <p14:tracePt t="119289" x="3397250" y="4294188"/>
          <p14:tracePt t="119434" x="3389313" y="4294188"/>
          <p14:tracePt t="119449" x="3381375" y="4310063"/>
          <p14:tracePt t="119457" x="3373438" y="4310063"/>
          <p14:tracePt t="119474" x="3367088" y="4316413"/>
          <p14:tracePt t="119481" x="3359150" y="4324350"/>
          <p14:tracePt t="119497" x="3351213" y="4324350"/>
          <p14:tracePt t="119546" x="3351213" y="4332288"/>
          <p14:tracePt t="119570" x="3343275" y="4340225"/>
          <p14:tracePt t="119626" x="3343275" y="4348163"/>
          <p14:tracePt t="119641" x="3335338" y="4356100"/>
          <p14:tracePt t="119658" x="3335338" y="4364038"/>
          <p14:tracePt t="119754" x="3343275" y="4371975"/>
          <p14:tracePt t="119769" x="3359150" y="4371975"/>
          <p14:tracePt t="119914" x="3359150" y="4364038"/>
          <p14:tracePt t="119938" x="3351213" y="4364038"/>
          <p14:tracePt t="122858" x="3359150" y="4386263"/>
          <p14:tracePt t="122866" x="3367088" y="4394200"/>
          <p14:tracePt t="122874" x="3367088" y="4402138"/>
          <p14:tracePt t="122883" x="3373438" y="4410075"/>
          <p14:tracePt t="122906" x="3381375" y="4418013"/>
          <p14:tracePt t="123194" x="3389313" y="4418013"/>
          <p14:tracePt t="123202" x="3389313" y="4402138"/>
          <p14:tracePt t="123219" x="3389313" y="4386263"/>
          <p14:tracePt t="123226" x="3389313" y="4371975"/>
          <p14:tracePt t="123234" x="3389313" y="4364038"/>
          <p14:tracePt t="123251" x="3389313" y="4348163"/>
          <p14:tracePt t="123268" x="3389313" y="4340225"/>
          <p14:tracePt t="123363" x="3397250" y="4324350"/>
          <p14:tracePt t="123370" x="3397250" y="4310063"/>
          <p14:tracePt t="123378" x="3397250" y="4294188"/>
          <p14:tracePt t="123402" x="3413125" y="4256088"/>
          <p14:tracePt t="123418" x="3413125" y="4232275"/>
          <p14:tracePt t="123435" x="3421063" y="4186238"/>
          <p14:tracePt t="123452" x="3421063" y="4146550"/>
          <p14:tracePt t="123468" x="3421063" y="4124325"/>
          <p14:tracePt t="123485" x="3421063" y="4100513"/>
          <p14:tracePt t="123674" x="3421063" y="4092575"/>
          <p14:tracePt t="123690" x="3421063" y="4086225"/>
          <p14:tracePt t="123714" x="3413125" y="4070350"/>
          <p14:tracePt t="123762" x="3389313" y="4070350"/>
          <p14:tracePt t="123770" x="3381375" y="4078288"/>
          <p14:tracePt t="123778" x="3373438" y="4092575"/>
          <p14:tracePt t="123786" x="3373438" y="4108450"/>
          <p14:tracePt t="123802" x="3359150" y="4124325"/>
          <p14:tracePt t="123819" x="3343275" y="4146550"/>
          <p14:tracePt t="123836" x="3335338" y="4154488"/>
          <p14:tracePt t="123853" x="3335338" y="4162425"/>
          <p14:tracePt t="124012" x="3335338" y="4170363"/>
          <p14:tracePt t="124019" x="3327400" y="4194175"/>
          <p14:tracePt t="124027" x="3319463" y="4200525"/>
          <p14:tracePt t="124036" x="3319463" y="4208463"/>
          <p14:tracePt t="124053" x="3305175" y="4216400"/>
          <p14:tracePt t="124070" x="3305175" y="4240213"/>
          <p14:tracePt t="125666" x="3313113" y="4240213"/>
          <p14:tracePt t="125675" x="3319463" y="4224338"/>
          <p14:tracePt t="125682" x="3319463" y="4216400"/>
          <p14:tracePt t="125690" x="3327400" y="4194175"/>
          <p14:tracePt t="125707" x="3327400" y="4186238"/>
          <p14:tracePt t="125723" x="3335338" y="4162425"/>
          <p14:tracePt t="125740" x="3335338" y="4146550"/>
          <p14:tracePt t="125757" x="3335338" y="4124325"/>
          <p14:tracePt t="125774" x="3335338" y="4116388"/>
          <p14:tracePt t="125791" x="3335338" y="4100513"/>
          <p14:tracePt t="125995" x="3335338" y="4124325"/>
          <p14:tracePt t="126003" x="3335338" y="4170363"/>
          <p14:tracePt t="126010" x="3335338" y="4240213"/>
          <p14:tracePt t="126024" x="3335338" y="4286250"/>
          <p14:tracePt t="126041" x="3343275" y="4378325"/>
          <p14:tracePt t="126042" x="3351213" y="4386263"/>
          <p14:tracePt t="126058" x="3359150" y="4410075"/>
          <p14:tracePt t="126074" x="3373438" y="4440238"/>
          <p14:tracePt t="126091" x="3397250" y="4479925"/>
          <p14:tracePt t="126107" x="3413125" y="4518025"/>
          <p14:tracePt t="126124" x="3429000" y="4556125"/>
          <p14:tracePt t="126141" x="3429000" y="4579938"/>
          <p14:tracePt t="126158" x="3435350" y="4595813"/>
          <p14:tracePt t="126175" x="3435350" y="4602163"/>
          <p14:tracePt t="126191" x="3435350" y="4633913"/>
          <p14:tracePt t="126208" x="3435350" y="4664075"/>
          <p14:tracePt t="126224" x="3435350" y="4725988"/>
          <p14:tracePt t="126242" x="3435350" y="4819650"/>
          <p14:tracePt t="126242" x="3443288" y="4857750"/>
          <p14:tracePt t="126258" x="3467100" y="4911725"/>
          <p14:tracePt t="126259" x="3467100" y="4935538"/>
          <p14:tracePt t="126274" x="3467100" y="4957763"/>
          <p14:tracePt t="126291" x="3513138" y="5019675"/>
          <p14:tracePt t="126363" x="3497263" y="5043488"/>
          <p14:tracePt t="126370" x="3497263" y="5065713"/>
          <p14:tracePt t="126378" x="3475038" y="5113338"/>
          <p14:tracePt t="126392" x="3467100" y="5143500"/>
          <p14:tracePt t="126408" x="3459163" y="5197475"/>
          <p14:tracePt t="126425" x="3451225" y="5243513"/>
          <p14:tracePt t="126442" x="3451225" y="5267325"/>
          <p14:tracePt t="126458" x="3451225" y="5275263"/>
          <p14:tracePt t="126475" x="3451225" y="5297488"/>
          <p14:tracePt t="126492" x="3451225" y="5313363"/>
          <p14:tracePt t="126539" x="3451225" y="5321300"/>
          <p14:tracePt t="126546" x="3443288" y="5321300"/>
          <p14:tracePt t="126570" x="3435350" y="5321300"/>
          <p14:tracePt t="126587" x="3421063" y="5321300"/>
          <p14:tracePt t="126594" x="3413125" y="5321300"/>
          <p14:tracePt t="126764" x="3389313" y="5321300"/>
          <p14:tracePt t="126770" x="3381375" y="5321300"/>
          <p14:tracePt t="126778" x="3367088" y="5321300"/>
          <p14:tracePt t="126792" x="3359150" y="5329238"/>
          <p14:tracePt t="126809" x="3335338" y="5351463"/>
          <p14:tracePt t="126826" x="3319463" y="5375275"/>
          <p14:tracePt t="126827" x="3319463" y="5399088"/>
          <p14:tracePt t="126842" x="3319463" y="5429250"/>
          <p14:tracePt t="126860" x="3313113" y="5475288"/>
          <p14:tracePt t="126875" x="3313113" y="5483225"/>
          <p14:tracePt t="126893" x="3313113" y="5507038"/>
          <p14:tracePt t="126909" x="3313113" y="5514975"/>
          <p14:tracePt t="126926" x="3313113" y="5521325"/>
          <p14:tracePt t="127028" x="3313113" y="5537200"/>
          <p14:tracePt t="127035" x="3313113" y="5553075"/>
          <p14:tracePt t="127044" x="3313113" y="5561013"/>
          <p14:tracePt t="127059" x="3313113" y="5583238"/>
          <p14:tracePt t="127156" x="3313113" y="5591175"/>
          <p14:tracePt t="127195" x="3313113" y="5607050"/>
          <p14:tracePt t="127203" x="3305175" y="5614988"/>
          <p14:tracePt t="127211" x="3305175" y="5622925"/>
          <p14:tracePt t="127315" x="3305175" y="5629275"/>
          <p14:tracePt t="127322" x="3305175" y="5653088"/>
          <p14:tracePt t="127330" x="3305175" y="5676900"/>
          <p14:tracePt t="127344" x="3305175" y="5684838"/>
          <p14:tracePt t="127361" x="3305175" y="5707063"/>
          <p14:tracePt t="127377" x="3305175" y="5722938"/>
          <p14:tracePt t="127394" x="3305175" y="5730875"/>
          <p14:tracePt t="127475" x="3305175" y="5738813"/>
          <p14:tracePt t="127482" x="3297238" y="5761038"/>
          <p14:tracePt t="127494" x="3281363" y="5776913"/>
          <p14:tracePt t="127510" x="3273425" y="5792788"/>
          <p14:tracePt t="127528" x="3273425" y="5815013"/>
          <p14:tracePt t="127620" x="3265488" y="5815013"/>
          <p14:tracePt t="131996" x="3259138" y="5822950"/>
          <p14:tracePt t="132028" x="3259138" y="5830888"/>
          <p14:tracePt t="132035" x="3265488" y="5830888"/>
          <p14:tracePt t="132092" x="3265488" y="5838825"/>
          <p14:tracePt t="132107" x="3273425" y="5846763"/>
          <p14:tracePt t="132115" x="3281363" y="5854700"/>
          <p14:tracePt t="132206" x="3297238" y="5854700"/>
          <p14:tracePt t="132211" x="3305175" y="5854700"/>
          <p14:tracePt t="132509" x="3313113" y="5861050"/>
          <p14:tracePt t="132532" x="3319463" y="5868988"/>
          <p14:tracePt t="132796" x="3319463" y="5861050"/>
          <p14:tracePt t="132803" x="3319463" y="5846763"/>
          <p14:tracePt t="132811" x="3327400" y="5846763"/>
          <p14:tracePt t="132822" x="3327400" y="5838825"/>
          <p14:tracePt t="132839" x="3327400" y="5830888"/>
          <p14:tracePt t="132856" x="3327400" y="5822950"/>
          <p14:tracePt t="132875" x="3335338" y="5815013"/>
          <p14:tracePt t="134908" x="3351213" y="5815013"/>
          <p14:tracePt t="134916" x="3367088" y="5807075"/>
          <p14:tracePt t="134924" x="3381375" y="5807075"/>
          <p14:tracePt t="134943" x="3389313" y="5761038"/>
          <p14:tracePt t="134960" x="3389313" y="5730875"/>
          <p14:tracePt t="134977" x="3389313" y="5699125"/>
          <p14:tracePt t="134994" x="3389313" y="5668963"/>
          <p14:tracePt t="135011" x="3381375" y="5653088"/>
          <p14:tracePt t="135029" x="3373438" y="5629275"/>
          <p14:tracePt t="135045" x="3359150" y="5622925"/>
          <p14:tracePt t="135093" x="3351213" y="5622925"/>
          <p14:tracePt t="135244" x="3343275" y="5614988"/>
          <p14:tracePt t="135365" x="3335338" y="5614988"/>
          <p14:tracePt t="135388" x="3327400" y="5614988"/>
          <p14:tracePt t="135812" x="3327400" y="5607050"/>
          <p14:tracePt t="135837" x="3327400" y="5599113"/>
          <p14:tracePt t="135844" x="3319463" y="5599113"/>
          <p14:tracePt t="135860" x="3319463" y="5591175"/>
          <p14:tracePt t="135956" x="3319463" y="5583238"/>
          <p14:tracePt t="135964" x="3305175" y="5561013"/>
          <p14:tracePt t="135972" x="3289300" y="5537200"/>
          <p14:tracePt t="135980" x="3273425" y="5521325"/>
          <p14:tracePt t="135996" x="3259138" y="5507038"/>
          <p14:tracePt t="136012" x="3227388" y="5483225"/>
          <p14:tracePt t="136029" x="3211513" y="5467350"/>
          <p14:tracePt t="136046" x="3203575" y="5459413"/>
          <p14:tracePt t="136133" x="3211513" y="5459413"/>
          <p14:tracePt t="136140" x="3227388" y="5459413"/>
          <p14:tracePt t="136147" x="3235325" y="5475288"/>
          <p14:tracePt t="136163" x="3243263" y="5483225"/>
          <p14:tracePt t="136180" x="3251200" y="5499100"/>
          <p14:tracePt t="136262" x="3251200" y="5507038"/>
          <p14:tracePt t="136277" x="3259138" y="5507038"/>
          <p14:tracePt t="136333" x="3259138" y="5514975"/>
          <p14:tracePt t="136340" x="3259138" y="5521325"/>
          <p14:tracePt t="136364" x="3259138" y="5529263"/>
          <p14:tracePt t="137094" x="3319463" y="5529263"/>
          <p14:tracePt t="137100" x="3389313" y="5507038"/>
          <p14:tracePt t="137108" x="3443288" y="5499100"/>
          <p14:tracePt t="137116" x="3489325" y="5491163"/>
          <p14:tracePt t="137132" x="3513138" y="5483225"/>
          <p14:tracePt t="137148" x="3536950" y="5483225"/>
          <p14:tracePt t="137261" x="3513138" y="5459413"/>
          <p14:tracePt t="137268" x="3489325" y="5459413"/>
          <p14:tracePt t="137276" x="3475038" y="5453063"/>
          <p14:tracePt t="137299" x="3435350" y="5437188"/>
          <p14:tracePt t="137300" x="3421063" y="5437188"/>
          <p14:tracePt t="137315" x="3397250" y="5437188"/>
          <p14:tracePt t="137332" x="3389313" y="5437188"/>
          <p14:tracePt t="137333" x="3381375" y="5437188"/>
          <p14:tracePt t="137356" x="3373438" y="5437188"/>
          <p14:tracePt t="137365" x="3359150" y="5437188"/>
          <p14:tracePt t="137382" x="3327400" y="5453063"/>
          <p14:tracePt t="137399" x="3289300" y="5483225"/>
          <p14:tracePt t="137416" x="3259138" y="5499100"/>
          <p14:tracePt t="137432" x="3243263" y="5507038"/>
          <p14:tracePt t="137509" x="3235325" y="5529263"/>
          <p14:tracePt t="137516" x="3235325" y="5545138"/>
          <p14:tracePt t="137524" x="3235325" y="5553075"/>
          <p14:tracePt t="137557" x="3243263" y="5553075"/>
          <p14:tracePt t="137564" x="3251200" y="5553075"/>
          <p14:tracePt t="137572" x="3265488" y="5553075"/>
          <p14:tracePt t="137589" x="3289300" y="5537200"/>
          <p14:tracePt t="137604" x="3289300" y="5521325"/>
          <p14:tracePt t="137616" x="3289300" y="5507038"/>
          <p14:tracePt t="137633" x="3289300" y="5467350"/>
          <p14:tracePt t="137649" x="3259138" y="5429250"/>
          <p14:tracePt t="137667" x="3189288" y="5405438"/>
          <p14:tracePt t="137683" x="3127375" y="5391150"/>
          <p14:tracePt t="137700" x="3119438" y="5391150"/>
          <p14:tracePt t="137740" x="3119438" y="5383213"/>
          <p14:tracePt t="137748" x="3149600" y="5375275"/>
          <p14:tracePt t="137767" x="3219450" y="5337175"/>
          <p14:tracePt t="137784" x="3251200" y="5321300"/>
          <p14:tracePt t="137800" x="3265488" y="5305425"/>
          <p14:tracePt t="138149" x="3273425" y="5305425"/>
          <p14:tracePt t="138156" x="3281363" y="5305425"/>
          <p14:tracePt t="138168" x="3289300" y="5305425"/>
          <p14:tracePt t="138184" x="3297238" y="5305425"/>
          <p14:tracePt t="138201" x="3305175" y="5305425"/>
          <p14:tracePt t="138421" x="3305175" y="5283200"/>
          <p14:tracePt t="138428" x="3313113" y="5275263"/>
          <p14:tracePt t="138436" x="3313113" y="5267325"/>
          <p14:tracePt t="138452" x="3313113" y="5243513"/>
          <p14:tracePt t="138468" x="3313113" y="5235575"/>
          <p14:tracePt t="138485" x="3313113" y="5167313"/>
          <p14:tracePt t="138501" x="3313113" y="5119688"/>
          <p14:tracePt t="138519" x="3313113" y="5051425"/>
          <p14:tracePt t="138536" x="3343275" y="4973638"/>
          <p14:tracePt t="138551" x="3475038" y="4733925"/>
          <p14:tracePt t="138569" x="3798888" y="4200525"/>
          <p14:tracePt t="138585" x="4168775" y="3305175"/>
          <p14:tracePt t="138602" x="4494213" y="2278063"/>
          <p14:tracePt t="138618" x="4586288" y="1181100"/>
          <p14:tracePt t="138635" x="4564063" y="215900"/>
          <p14:tracePt t="140701" x="5419725" y="23813"/>
          <p14:tracePt t="140709" x="5381625" y="261938"/>
          <p14:tracePt t="140716" x="5343525" y="485775"/>
          <p14:tracePt t="140724" x="5249863" y="649288"/>
          <p14:tracePt t="140740" x="5195888" y="803275"/>
          <p14:tracePt t="140756" x="5103813" y="1042988"/>
          <p14:tracePt t="140773" x="5080000" y="1166813"/>
          <p14:tracePt t="140789" x="5018088" y="1320800"/>
          <p14:tracePt t="140806" x="4987925" y="1444625"/>
          <p14:tracePt t="140823" x="4972050" y="1560513"/>
          <p14:tracePt t="140840" x="4964113" y="1636713"/>
          <p14:tracePt t="140856" x="4949825" y="1684338"/>
          <p14:tracePt t="140873" x="4949825" y="1690688"/>
          <p14:tracePt t="140893" x="4957763" y="1690688"/>
          <p14:tracePt t="140958" x="4957763" y="1684338"/>
          <p14:tracePt t="141062" x="4957763" y="1676400"/>
          <p14:tracePt t="141069" x="4949825" y="1668463"/>
          <p14:tracePt t="141077" x="4903788" y="1652588"/>
          <p14:tracePt t="141090" x="4887913" y="1636713"/>
          <p14:tracePt t="141107" x="4856163" y="1636713"/>
          <p14:tracePt t="141125" x="4794250" y="1652588"/>
          <p14:tracePt t="141140" x="4672013" y="1738313"/>
          <p14:tracePt t="141157" x="4338638" y="2170113"/>
          <p14:tracePt t="141174" x="3806825" y="3405188"/>
          <p14:tracePt t="141191" x="3590925" y="4216400"/>
          <p14:tracePt t="141208" x="3582988" y="4741863"/>
          <p14:tracePt t="141225" x="3644900" y="5035550"/>
          <p14:tracePt t="141241" x="3729038" y="5197475"/>
          <p14:tracePt t="141258" x="3775075" y="5259388"/>
          <p14:tracePt t="141275" x="3814763" y="5329238"/>
          <p14:tracePt t="141291" x="3852863" y="5413375"/>
          <p14:tracePt t="141308" x="3868738" y="5453063"/>
          <p14:tracePt t="141309" x="3884613" y="5475288"/>
          <p14:tracePt t="141324" x="3884613" y="5499100"/>
          <p14:tracePt t="141342" x="3906838" y="5529263"/>
          <p14:tracePt t="141343" x="3906838" y="5537200"/>
          <p14:tracePt t="141381" x="3906838" y="5529263"/>
          <p14:tracePt t="141397" x="3906838" y="5499100"/>
          <p14:tracePt t="141405" x="3906838" y="5453063"/>
          <p14:tracePt t="141453" x="3906838" y="5445125"/>
          <p14:tracePt t="141637" x="3898900" y="5445125"/>
          <p14:tracePt t="141645" x="3852863" y="5437188"/>
          <p14:tracePt t="141653" x="3806825" y="5421313"/>
          <p14:tracePt t="141661" x="3752850" y="5421313"/>
          <p14:tracePt t="141675" x="3721100" y="5421313"/>
          <p14:tracePt t="141692" x="3636963" y="5413375"/>
          <p14:tracePt t="141709" x="3551238" y="5413375"/>
          <p14:tracePt t="141726" x="3405188" y="5413375"/>
          <p14:tracePt t="141742" x="3265488" y="5413375"/>
          <p14:tracePt t="141758" x="3189288" y="5413375"/>
          <p14:tracePt t="141776" x="3165475" y="5413375"/>
          <p14:tracePt t="142061" x="3181350" y="5421313"/>
          <p14:tracePt t="142069" x="3197225" y="5421313"/>
          <p14:tracePt t="142077" x="3211513" y="5421313"/>
          <p14:tracePt t="142133" x="3219450" y="5421313"/>
          <p14:tracePt t="142718" x="3227388" y="5421313"/>
          <p14:tracePt t="142725" x="3235325" y="5429250"/>
          <p14:tracePt t="142733" x="3243263" y="5429250"/>
          <p14:tracePt t="142744" x="3251200" y="5429250"/>
          <p14:tracePt t="142761" x="3289300" y="5429250"/>
          <p14:tracePt t="142777" x="3335338" y="5413375"/>
          <p14:tracePt t="142794" x="3359150" y="5383213"/>
          <p14:tracePt t="142811" x="3373438" y="5321300"/>
          <p14:tracePt t="142828" x="3381375" y="5297488"/>
          <p14:tracePt t="142829" x="3381375" y="5289550"/>
          <p14:tracePt t="142869" x="3381375" y="5283200"/>
          <p14:tracePt t="142886" x="3389313" y="5275263"/>
          <p14:tracePt t="142902" x="3389313" y="5267325"/>
          <p14:tracePt t="142909" x="3405188" y="5259388"/>
          <p14:tracePt t="142917" x="3405188" y="5251450"/>
          <p14:tracePt t="142927" x="3405188" y="5243513"/>
          <p14:tracePt t="142944" x="3405188" y="5221288"/>
          <p14:tracePt t="142961" x="3405188" y="5181600"/>
          <p14:tracePt t="142978" x="3389313" y="5151438"/>
          <p14:tracePt t="142995" x="3381375" y="5135563"/>
          <p14:tracePt t="143012" x="3373438" y="5119688"/>
          <p14:tracePt t="143135" x="3373438" y="5113338"/>
          <p14:tracePt t="143142" x="3373438" y="5089525"/>
          <p14:tracePt t="143149" x="3373438" y="5065713"/>
          <p14:tracePt t="143162" x="3373438" y="5057775"/>
          <p14:tracePt t="143178" x="3381375" y="5035550"/>
          <p14:tracePt t="143195" x="3381375" y="5003800"/>
          <p14:tracePt t="143211" x="3381375" y="4989513"/>
          <p14:tracePt t="144046" x="3373438" y="4989513"/>
          <p14:tracePt t="145526" x="3373438" y="4997450"/>
          <p14:tracePt t="145542" x="3373438" y="5011738"/>
          <p14:tracePt t="145710" x="3389313" y="5035550"/>
          <p14:tracePt t="145718" x="3389313" y="5043488"/>
          <p14:tracePt t="145725" x="3405188" y="5057775"/>
          <p14:tracePt t="145734" x="3413125" y="5073650"/>
          <p14:tracePt t="145751" x="3421063" y="5073650"/>
          <p14:tracePt t="145878" x="3421063" y="5089525"/>
          <p14:tracePt t="145886" x="3397250" y="5105400"/>
          <p14:tracePt t="145893" x="3373438" y="5127625"/>
          <p14:tracePt t="145902" x="3351213" y="5127625"/>
          <p14:tracePt t="145918" x="3343275" y="5135563"/>
          <p14:tracePt t="145918" x="3327400" y="5151438"/>
          <p14:tracePt t="145934" x="3319463" y="5159375"/>
          <p14:tracePt t="145958" x="3313113" y="5159375"/>
          <p14:tracePt t="145968" x="3313113" y="5167313"/>
          <p14:tracePt t="146006" x="3305175" y="5173663"/>
          <p14:tracePt t="146022" x="3305175" y="5181600"/>
          <p14:tracePt t="146030" x="3297238" y="5197475"/>
          <p14:tracePt t="146046" x="3297238" y="5213350"/>
          <p14:tracePt t="146053" x="3297238" y="5229225"/>
          <p14:tracePt t="146068" x="3297238" y="5243513"/>
          <p14:tracePt t="146085" x="3297238" y="5283200"/>
          <p14:tracePt t="146102" x="3297238" y="5329238"/>
          <p14:tracePt t="146102" x="3297238" y="5343525"/>
          <p14:tracePt t="146118" x="3305175" y="5421313"/>
          <p14:tracePt t="146135" x="3305175" y="5475288"/>
          <p14:tracePt t="146152" x="3313113" y="5483225"/>
          <p14:tracePt t="146223" x="3313113" y="5491163"/>
          <p14:tracePt t="146270" x="3313113" y="5499100"/>
          <p14:tracePt t="146277" x="3313113" y="5507038"/>
          <p14:tracePt t="146286" x="3313113" y="5514975"/>
          <p14:tracePt t="146302" x="3313113" y="5521325"/>
          <p14:tracePt t="146318" x="3305175" y="5529263"/>
          <p14:tracePt t="146336" x="3289300" y="5529263"/>
          <p14:tracePt t="146390" x="3281363" y="5529263"/>
          <p14:tracePt t="146951" x="3289300" y="5529263"/>
          <p14:tracePt t="146958" x="3297238" y="5529263"/>
          <p14:tracePt t="147007" x="3305175" y="5529263"/>
          <p14:tracePt t="147054" x="3305175" y="5537200"/>
          <p14:tracePt t="147078" x="3313113" y="5545138"/>
          <p14:tracePt t="147094" x="3319463" y="5553075"/>
          <p14:tracePt t="147126" x="3327400" y="5553075"/>
          <p14:tracePt t="147133" x="3327400" y="5561013"/>
          <p14:tracePt t="147142" x="3327400" y="5568950"/>
          <p14:tracePt t="147153" x="3327400" y="5575300"/>
          <p14:tracePt t="147170" x="3335338" y="5583238"/>
          <p14:tracePt t="147187" x="3343275" y="5607050"/>
          <p14:tracePt t="147204" x="3351213" y="5607050"/>
          <p14:tracePt t="148071" x="3351213" y="5591175"/>
          <p14:tracePt t="148414" x="3351213" y="5583238"/>
          <p14:tracePt t="148422" x="3359150" y="5575300"/>
          <p14:tracePt t="148438" x="3367088" y="5568950"/>
          <p14:tracePt t="148623" x="3373438" y="5568950"/>
          <p14:tracePt t="148663" x="3381375" y="5575300"/>
          <p14:tracePt t="148671" x="3389313" y="5583238"/>
          <p14:tracePt t="148694" x="3389313" y="5591175"/>
          <p14:tracePt t="148702" x="3397250" y="5607050"/>
          <p14:tracePt t="148718" x="3397250" y="5614988"/>
          <p14:tracePt t="148734" x="3397250" y="5629275"/>
          <p14:tracePt t="148742" x="3405188" y="5637213"/>
          <p14:tracePt t="148757" x="3413125" y="5653088"/>
          <p14:tracePt t="148774" x="3435350" y="5691188"/>
          <p14:tracePt t="148791" x="3443288" y="5715000"/>
          <p14:tracePt t="148808" x="3451225" y="5722938"/>
          <p14:tracePt t="150488" x="3429000" y="5722938"/>
          <p14:tracePt t="150495" x="3421063" y="5722938"/>
          <p14:tracePt t="150502" x="3405188" y="5715000"/>
          <p14:tracePt t="150511" x="3367088" y="5668963"/>
          <p14:tracePt t="150528" x="3319463" y="5583238"/>
          <p14:tracePt t="150544" x="3259138" y="5529263"/>
          <p14:tracePt t="150561" x="3219450" y="5499100"/>
          <p14:tracePt t="150578" x="3173413" y="5483225"/>
          <p14:tracePt t="150595" x="3143250" y="5467350"/>
          <p14:tracePt t="150612" x="3119438" y="5467350"/>
          <p14:tracePt t="150628" x="3111500" y="5459413"/>
          <p14:tracePt t="150784" x="3103563" y="5459413"/>
          <p14:tracePt t="150798" x="3103563" y="5437188"/>
          <p14:tracePt t="150806" x="3103563" y="5421313"/>
          <p14:tracePt t="150814" x="3103563" y="5399088"/>
          <p14:tracePt t="150828" x="3103563" y="5367338"/>
          <p14:tracePt t="150845" x="3089275" y="5321300"/>
          <p14:tracePt t="150863" x="3081338" y="5305425"/>
          <p14:tracePt t="150879" x="3081338" y="5289550"/>
          <p14:tracePt t="150895" x="3065463" y="5275263"/>
          <p14:tracePt t="150912" x="3057525" y="5267325"/>
          <p14:tracePt t="150935" x="3049588" y="5267325"/>
          <p14:tracePt t="150946" x="3033713" y="5251450"/>
          <p14:tracePt t="150962" x="3019425" y="5229225"/>
          <p14:tracePt t="150979" x="3003550" y="5197475"/>
          <p14:tracePt t="150996" x="3003550" y="5181600"/>
          <p14:tracePt t="151012" x="2995613" y="5151438"/>
          <p14:tracePt t="151029" x="2979738" y="5119688"/>
          <p14:tracePt t="151045" x="2979738" y="5097463"/>
          <p14:tracePt t="151062" x="2979738" y="5089525"/>
          <p14:tracePt t="151079" x="2987675" y="5065713"/>
          <p14:tracePt t="151095" x="3003550" y="5051425"/>
          <p14:tracePt t="151113" x="3011488" y="5035550"/>
          <p14:tracePt t="151151" x="3027363" y="5035550"/>
          <p14:tracePt t="151175" x="3027363" y="5027613"/>
          <p14:tracePt t="151183" x="3033713" y="5019675"/>
          <p14:tracePt t="151207" x="3033713" y="5011738"/>
          <p14:tracePt t="151214" x="3033713" y="5003800"/>
          <p14:tracePt t="151271" x="3033713" y="4997450"/>
          <p14:tracePt t="151352" x="3041650" y="4989513"/>
          <p14:tracePt t="151358" x="3049588" y="4989513"/>
          <p14:tracePt t="151374" x="3081338" y="4965700"/>
          <p14:tracePt t="151382" x="3119438" y="4943475"/>
          <p14:tracePt t="151396" x="3135313" y="4943475"/>
          <p14:tracePt t="151413" x="3157538" y="4927600"/>
          <p14:tracePt t="151431" x="3165475" y="4919663"/>
          <p14:tracePt t="157391" x="3173413" y="4919663"/>
          <p14:tracePt t="157937" x="3135313" y="4919663"/>
          <p14:tracePt t="157944" x="3111500" y="4919663"/>
          <p14:tracePt t="157952" x="3081338" y="4919663"/>
          <p14:tracePt t="157978" x="3049588" y="4919663"/>
          <p14:tracePt t="157994" x="3041650" y="4919663"/>
          <p14:tracePt t="158072" x="3033713" y="4919663"/>
          <p14:tracePt t="158079" x="3027363" y="4919663"/>
          <p14:tracePt t="158096" x="3019425" y="4919663"/>
          <p14:tracePt t="158103" x="3003550" y="4919663"/>
          <p14:tracePt t="158112" x="2995613" y="4919663"/>
          <p14:tracePt t="158129" x="2973388" y="4919663"/>
          <p14:tracePt t="158129" x="2941638" y="4911725"/>
          <p14:tracePt t="158145" x="2887663" y="4903788"/>
          <p14:tracePt t="158161" x="2841625" y="4903788"/>
          <p14:tracePt t="158179" x="2787650" y="4895850"/>
          <p14:tracePt t="158194" x="2771775" y="4895850"/>
          <p14:tracePt t="158370" x="2763838" y="4895850"/>
          <p14:tracePt t="158376" x="2749550" y="4895850"/>
          <p14:tracePt t="158383" x="2709863" y="4911725"/>
          <p14:tracePt t="158395" x="2671763" y="4927600"/>
          <p14:tracePt t="158412" x="2601913" y="4973638"/>
          <p14:tracePt t="158428" x="2563813" y="5003800"/>
          <p14:tracePt t="158447" x="2555875" y="5003800"/>
          <p14:tracePt t="158648" x="2555875" y="5043488"/>
          <p14:tracePt t="158655" x="2532063" y="5081588"/>
          <p14:tracePt t="158663" x="2524125" y="5097463"/>
          <p14:tracePt t="158679" x="2493963" y="5135563"/>
          <p14:tracePt t="158696" x="2486025" y="5143500"/>
          <p14:tracePt t="158712" x="2470150" y="5159375"/>
          <p14:tracePt t="158834" x="2470150" y="5167313"/>
          <p14:tracePt t="158865" x="2470150" y="5189538"/>
          <p14:tracePt t="158872" x="2470150" y="5235575"/>
          <p14:tracePt t="158880" x="2470150" y="5251450"/>
          <p14:tracePt t="158896" x="2470150" y="5275263"/>
          <p14:tracePt t="158914" x="2470150" y="5283200"/>
          <p14:tracePt t="159168" x="2470150" y="5289550"/>
          <p14:tracePt t="159200" x="2470150" y="5297488"/>
          <p14:tracePt t="159208" x="2470150" y="5343525"/>
          <p14:tracePt t="159215" x="2470150" y="5383213"/>
          <p14:tracePt t="159230" x="2470150" y="5405438"/>
          <p14:tracePt t="159247" x="2470150" y="5421313"/>
          <p14:tracePt t="159264" x="2470150" y="5429250"/>
          <p14:tracePt t="160673" x="2470150" y="5437188"/>
          <p14:tracePt t="160680" x="2470150" y="5453063"/>
          <p14:tracePt t="160688" x="2470150" y="5459413"/>
          <p14:tracePt t="160700" x="2470150" y="5467350"/>
          <p14:tracePt t="160717" x="2478088" y="5483225"/>
          <p14:tracePt t="160841" x="2478088" y="5491163"/>
          <p14:tracePt t="160848" x="2501900" y="5529263"/>
          <p14:tracePt t="160856" x="2517775" y="5553075"/>
          <p14:tracePt t="160868" x="2524125" y="5575300"/>
          <p14:tracePt t="160884" x="2540000" y="5607050"/>
          <p14:tracePt t="160900" x="2563813" y="5645150"/>
          <p14:tracePt t="160917" x="2586038" y="5661025"/>
          <p14:tracePt t="160934" x="2617788" y="5668963"/>
          <p14:tracePt t="160951" x="2647950" y="5668963"/>
          <p14:tracePt t="160968" x="2671763" y="5668963"/>
          <p14:tracePt t="160984" x="2679700" y="5668963"/>
          <p14:tracePt t="161001" x="2741613" y="5668963"/>
          <p14:tracePt t="161017" x="2763838" y="5668963"/>
          <p14:tracePt t="161035" x="2795588" y="5653088"/>
          <p14:tracePt t="161051" x="2817813" y="5653088"/>
          <p14:tracePt t="161068" x="2863850" y="5629275"/>
          <p14:tracePt t="161085" x="2911475" y="5622925"/>
          <p14:tracePt t="161101" x="2957513" y="5622925"/>
          <p14:tracePt t="161118" x="3011488" y="5622925"/>
          <p14:tracePt t="161134" x="3049588" y="5622925"/>
          <p14:tracePt t="161152" x="3111500" y="5607050"/>
          <p14:tracePt t="161152" x="3127375" y="5607050"/>
          <p14:tracePt t="161168" x="3173413" y="5599113"/>
          <p14:tracePt t="161184" x="3251200" y="5583238"/>
          <p14:tracePt t="161201" x="3289300" y="5568950"/>
          <p14:tracePt t="161218" x="3305175" y="5561013"/>
          <p14:tracePt t="161235" x="3313113" y="5545138"/>
          <p14:tracePt t="161252" x="3319463" y="5537200"/>
          <p14:tracePt t="161313" x="3327400" y="5537200"/>
          <p14:tracePt t="161320" x="3335338" y="5537200"/>
          <p14:tracePt t="161345" x="3359150" y="5529263"/>
          <p14:tracePt t="161353" x="3373438" y="5514975"/>
          <p14:tracePt t="161369" x="3405188" y="5514975"/>
          <p14:tracePt t="161370" x="3429000" y="5514975"/>
          <p14:tracePt t="161385" x="3459163" y="5499100"/>
          <p14:tracePt t="161401" x="3482975" y="5483225"/>
          <p14:tracePt t="161425" x="3489325" y="5475288"/>
          <p14:tracePt t="161545" x="3497263" y="5475288"/>
          <p14:tracePt t="161561" x="3505200" y="5429250"/>
          <p14:tracePt t="161568" x="3513138" y="5399088"/>
          <p14:tracePt t="161576" x="3513138" y="5375275"/>
          <p14:tracePt t="161585" x="3521075" y="5343525"/>
          <p14:tracePt t="161602" x="3536950" y="5305425"/>
          <p14:tracePt t="161619" x="3536950" y="5275263"/>
          <p14:tracePt t="161636" x="3536950" y="5251450"/>
          <p14:tracePt t="161681" x="3536950" y="5243513"/>
          <p14:tracePt t="161770" x="3529013" y="5229225"/>
          <p14:tracePt t="161777" x="3529013" y="5205413"/>
          <p14:tracePt t="161786" x="3529013" y="5189538"/>
          <p14:tracePt t="161803" x="3529013" y="5167313"/>
          <p14:tracePt t="161820" x="3529013" y="5135563"/>
          <p14:tracePt t="161836" x="3529013" y="5127625"/>
          <p14:tracePt t="161853" x="3521075" y="5113338"/>
          <p14:tracePt t="162273" x="3513138" y="5105400"/>
          <p14:tracePt t="162280" x="3513138" y="5027613"/>
          <p14:tracePt t="162288" x="3513138" y="4981575"/>
          <p14:tracePt t="162304" x="3513138" y="4965700"/>
          <p14:tracePt t="162305" x="3513138" y="4957763"/>
          <p14:tracePt t="162322" x="3513138" y="4949825"/>
          <p14:tracePt t="162338" x="3513138" y="4943475"/>
          <p14:tracePt t="162354" x="3513138" y="4935538"/>
          <p14:tracePt t="162497" x="3513138" y="4927600"/>
          <p14:tracePt t="162505" x="3513138" y="4895850"/>
          <p14:tracePt t="162512" x="3513138" y="4881563"/>
          <p14:tracePt t="162761" x="3582988" y="4873625"/>
          <p14:tracePt t="162768" x="3667125" y="4873625"/>
          <p14:tracePt t="162776" x="3752850" y="4873625"/>
          <p14:tracePt t="162788" x="3844925" y="4873625"/>
          <p14:tracePt t="162805" x="3976688" y="4873625"/>
          <p14:tracePt t="162821" x="4006850" y="4873625"/>
          <p14:tracePt t="162839" x="4022725" y="4865688"/>
          <p14:tracePt t="163657" x="4060825" y="4865688"/>
          <p14:tracePt t="163664" x="4092575" y="4865688"/>
          <p14:tracePt t="163673" x="4114800" y="4865688"/>
          <p14:tracePt t="163690" x="4138613" y="4865688"/>
          <p14:tracePt t="163707" x="4146550" y="4865688"/>
          <p14:tracePt t="164170" x="4192588" y="4865688"/>
          <p14:tracePt t="164176" x="4262438" y="4865688"/>
          <p14:tracePt t="164184" x="4316413" y="4865688"/>
          <p14:tracePt t="164209" x="4424363" y="4865688"/>
          <p14:tracePt t="164209" x="4454525" y="4865688"/>
          <p14:tracePt t="164225" x="4462463" y="4865688"/>
          <p14:tracePt t="164226" x="4470400" y="4865688"/>
          <p14:tracePt t="164969" x="4478338" y="4865688"/>
          <p14:tracePt t="164977" x="4508500" y="4865688"/>
          <p14:tracePt t="164985" x="4548188" y="4865688"/>
          <p14:tracePt t="164994" x="4602163" y="4887913"/>
          <p14:tracePt t="165010" x="4678363" y="4903788"/>
          <p14:tracePt t="165026" x="4702175" y="4903788"/>
          <p14:tracePt t="165044" x="4710113" y="4903788"/>
          <p14:tracePt t="165281" x="4740275" y="4903788"/>
          <p14:tracePt t="165289" x="4756150" y="4903788"/>
          <p14:tracePt t="165297" x="4764088" y="4903788"/>
          <p14:tracePt t="165310" x="4779963" y="4903788"/>
          <p14:tracePt t="165327" x="4787900" y="4903788"/>
          <p14:tracePt t="165345" x="4794250" y="4903788"/>
          <p14:tracePt t="165361" x="4802188" y="4903788"/>
          <p14:tracePt t="166243" x="4818063" y="4895850"/>
          <p14:tracePt t="166249" x="4826000" y="4895850"/>
          <p14:tracePt t="166263" x="4841875" y="4881563"/>
          <p14:tracePt t="166279" x="4872038" y="4865688"/>
          <p14:tracePt t="166296" x="4856163" y="4827588"/>
          <p14:tracePt t="166313" x="4826000" y="4803775"/>
          <p14:tracePt t="166313" x="4818063" y="4803775"/>
          <p14:tracePt t="166634" x="4826000" y="4811713"/>
          <p14:tracePt t="166641" x="4833938" y="4841875"/>
          <p14:tracePt t="166649" x="4848225" y="4873625"/>
          <p14:tracePt t="166664" x="4848225" y="4903788"/>
          <p14:tracePt t="166682" x="4887913" y="4957763"/>
          <p14:tracePt t="166683" x="4887913" y="4965700"/>
          <p14:tracePt t="166698" x="4903788" y="4997450"/>
          <p14:tracePt t="166700" x="4910138" y="4997450"/>
          <p14:tracePt t="166713" x="4926013" y="5011738"/>
          <p14:tracePt t="166730" x="4949825" y="5019675"/>
          <p14:tracePt t="166747" x="4957763" y="5019675"/>
          <p14:tracePt t="166835" x="4987925" y="5019675"/>
          <p14:tracePt t="166842" x="5080000" y="4949825"/>
          <p14:tracePt t="166849" x="5181600" y="4849813"/>
          <p14:tracePt t="166865" x="5335588" y="4687888"/>
          <p14:tracePt t="166865" x="5529263" y="4548188"/>
          <p14:tracePt t="166880" x="5713413" y="4348163"/>
          <p14:tracePt t="166897" x="6276975" y="3644900"/>
          <p14:tracePt t="166914" x="7427913" y="1838325"/>
          <p14:tracePt t="166930" x="7929563" y="493713"/>
          <p14:tracePt t="168802" x="8091488" y="247650"/>
          <p14:tracePt t="168809" x="8107363" y="609600"/>
          <p14:tracePt t="168818" x="8115300" y="965200"/>
          <p14:tracePt t="168835" x="8161338" y="1582738"/>
          <p14:tracePt t="168852" x="8161338" y="2024063"/>
          <p14:tracePt t="168868" x="8207375" y="2463800"/>
          <p14:tracePt t="168885" x="8269288" y="2903538"/>
          <p14:tracePt t="168901" x="8315325" y="3151188"/>
          <p14:tracePt t="168919" x="8331200" y="3313113"/>
          <p14:tracePt t="168935" x="8362950" y="3452813"/>
          <p14:tracePt t="168952" x="8385175" y="3598863"/>
          <p14:tracePt t="168969" x="8423275" y="3760788"/>
          <p14:tracePt t="168988" x="8485188" y="3868738"/>
          <p14:tracePt t="169002" x="8539163" y="3962400"/>
          <p14:tracePt t="169018" x="8570913" y="4030663"/>
          <p14:tracePt t="169036" x="8632825" y="4140200"/>
          <p14:tracePt t="169052" x="8732838" y="4270375"/>
          <p14:tracePt t="169069" x="8864600" y="4440238"/>
          <p14:tracePt t="169086" x="8964613" y="4548188"/>
          <p14:tracePt t="169102" x="9048750" y="4649788"/>
          <p14:tracePt t="169119" x="9096375" y="4664075"/>
          <p14:tracePt t="169136" x="9102725" y="4672013"/>
          <p14:tracePt t="169266" x="9110663" y="4672013"/>
          <p14:tracePt t="169290" x="9118600" y="4672013"/>
          <p14:tracePt t="169298" x="9126538" y="4664075"/>
          <p14:tracePt t="169305" x="9158288" y="4657725"/>
          <p14:tracePt t="169322" x="9172575" y="4649788"/>
          <p14:tracePt t="169337" x="9172575" y="4625975"/>
          <p14:tracePt t="169353" x="9142413" y="4556125"/>
          <p14:tracePt t="169370" x="9072563" y="4479925"/>
          <p14:tracePt t="169386" x="9056688" y="4471988"/>
          <p14:tracePt t="169466" x="9048750" y="4471988"/>
          <p14:tracePt t="169473" x="9048750" y="4464050"/>
          <p14:tracePt t="169506" x="9072563" y="4440238"/>
          <p14:tracePt t="169514" x="9118600" y="4432300"/>
          <p14:tracePt t="169521" x="9172575" y="4410075"/>
          <p14:tracePt t="169536" x="9188450" y="4402138"/>
          <p14:tracePt t="171324" x="9196388" y="4402138"/>
          <p14:tracePt t="171329" x="9226550" y="4394200"/>
          <p14:tracePt t="171340" x="9250363" y="4386263"/>
          <p14:tracePt t="171357" x="9258300" y="4386263"/>
          <p14:tracePt t="171387" x="9266238" y="4386263"/>
          <p14:tracePt t="171394" x="9320213" y="4371975"/>
          <p14:tracePt t="171407" x="9420225" y="4371975"/>
          <p14:tracePt t="171424" x="9721850" y="4371975"/>
          <p14:tracePt t="171440" x="9959975" y="4371975"/>
          <p14:tracePt t="171457" x="10331450" y="4371975"/>
          <p14:tracePt t="171458" x="10501313" y="4371975"/>
          <p14:tracePt t="171474" x="10625138" y="4371975"/>
          <p14:tracePt t="171491" x="10701338" y="4371975"/>
          <p14:tracePt t="171988" x="10671175" y="4386263"/>
          <p14:tracePt t="171994" x="10663238" y="4386263"/>
          <p14:tracePt t="172067" x="10617200" y="4386263"/>
          <p14:tracePt t="172074" x="10431463" y="4332288"/>
          <p14:tracePt t="172082" x="10261600" y="4270375"/>
          <p14:tracePt t="172092" x="10137775" y="4248150"/>
          <p14:tracePt t="172108" x="9913938" y="4248150"/>
          <p14:tracePt t="172125" x="9636125" y="4248150"/>
          <p14:tracePt t="172143" x="9382125" y="4248150"/>
          <p14:tracePt t="172159" x="9320213" y="4248150"/>
          <p14:tracePt t="172193" x="9312275" y="4248150"/>
          <p14:tracePt t="172219" x="9304338" y="4248150"/>
          <p14:tracePt t="172258" x="9304338" y="4240213"/>
          <p14:tracePt t="172339" x="9280525" y="4232275"/>
          <p14:tracePt t="172346" x="9226550" y="4232275"/>
          <p14:tracePt t="172354" x="9142413" y="4256088"/>
          <p14:tracePt t="172376" x="8640763" y="4348163"/>
          <p14:tracePt t="172393" x="7783513" y="4564063"/>
          <p14:tracePt t="172394" x="7404100" y="4687888"/>
          <p14:tracePt t="172409" x="7042150" y="4833938"/>
          <p14:tracePt t="172426" x="6470650" y="5051425"/>
          <p14:tracePt t="172427" x="6346825" y="5119688"/>
          <p14:tracePt t="172443" x="6107113" y="5229225"/>
          <p14:tracePt t="172459" x="5945188" y="5289550"/>
          <p14:tracePt t="172476" x="5868988" y="5321300"/>
          <p14:tracePt t="172493" x="5767388" y="5359400"/>
          <p14:tracePt t="172510" x="5583238" y="5445125"/>
          <p14:tracePt t="172526" x="5265738" y="5591175"/>
          <p14:tracePt t="172543" x="4987925" y="5668963"/>
          <p14:tracePt t="172560" x="4879975" y="5722938"/>
          <p14:tracePt t="172577" x="4872038" y="5722938"/>
          <p14:tracePt t="172602" x="4903788" y="5684838"/>
          <p14:tracePt t="172611" x="4957763" y="5622925"/>
          <p14:tracePt t="172626" x="5057775" y="5529263"/>
          <p14:tracePt t="172643" x="5157788" y="5459413"/>
          <p14:tracePt t="172660" x="5249863" y="5367338"/>
          <p14:tracePt t="172676" x="5351463" y="5297488"/>
          <p14:tracePt t="172693" x="5397500" y="5267325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409E9-CA3E-6C06-D3ED-C2B07AFE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Layout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186220-4234-09E6-B228-CF97C551D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666962" y="1434736"/>
            <a:ext cx="8620038" cy="4654821"/>
          </a:xfrm>
        </p:spPr>
      </p:pic>
      <p:pic>
        <p:nvPicPr>
          <p:cNvPr id="33" name="Audio 32">
            <a:hlinkClick r:id="" action="ppaction://media"/>
            <a:extLst>
              <a:ext uri="{FF2B5EF4-FFF2-40B4-BE49-F238E27FC236}">
                <a16:creationId xmlns:a16="http://schemas.microsoft.com/office/drawing/2014/main" id="{D0C96D3F-B3AB-4C6D-A7BE-37B28E4BA9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60497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24"/>
    </mc:Choice>
    <mc:Fallback>
      <p:transition spd="slow" advTm="28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63" x="5129213" y="6491288"/>
          <p14:tracePt t="1736" x="5302250" y="6707188"/>
          <p14:tracePt t="1744" x="5603875" y="6565900"/>
          <p14:tracePt t="1753" x="5978525" y="6373813"/>
          <p14:tracePt t="1770" x="6505575" y="6015038"/>
          <p14:tracePt t="1787" x="7081838" y="5580063"/>
          <p14:tracePt t="1803" x="7724775" y="5062538"/>
          <p14:tracePt t="1820" x="8234363" y="4786313"/>
          <p14:tracePt t="1837" x="8434388" y="4711700"/>
          <p14:tracePt t="1853" x="8467725" y="4702175"/>
          <p14:tracePt t="1905" x="8483600" y="4686300"/>
          <p14:tracePt t="1912" x="8483600" y="4678363"/>
          <p14:tracePt t="1920" x="8483600" y="4660900"/>
          <p14:tracePt t="1937" x="8483600" y="4652963"/>
          <p14:tracePt t="1954" x="8483600" y="4645025"/>
          <p14:tracePt t="2128" x="8483600" y="4635500"/>
          <p14:tracePt t="2136" x="8516938" y="4627563"/>
          <p14:tracePt t="2144" x="8542338" y="4611688"/>
          <p14:tracePt t="2160" x="8559800" y="4568825"/>
          <p14:tracePt t="2171" x="8559800" y="4560888"/>
          <p14:tracePt t="2188" x="8609013" y="4502150"/>
          <p14:tracePt t="2205" x="8642350" y="4460875"/>
          <p14:tracePt t="2221" x="8693150" y="4360863"/>
          <p14:tracePt t="2238" x="8810625" y="4168775"/>
          <p14:tracePt t="2255" x="8959850" y="3792538"/>
          <p14:tracePt t="2272" x="9026525" y="3224213"/>
          <p14:tracePt t="2288" x="9161463" y="2622550"/>
          <p14:tracePt t="2304" x="9377363" y="1938338"/>
          <p14:tracePt t="2321" x="9520238" y="1536700"/>
          <p14:tracePt t="2338" x="9594850" y="1185863"/>
          <p14:tracePt t="2355" x="9636125" y="1001713"/>
          <p14:tracePt t="2371" x="9653588" y="977900"/>
          <p14:tracePt t="2536" x="9669463" y="993775"/>
          <p14:tracePt t="2544" x="9686925" y="1019175"/>
          <p14:tracePt t="2555" x="9720263" y="1044575"/>
          <p14:tracePt t="2572" x="9779000" y="1085850"/>
          <p14:tracePt t="2588" x="9820275" y="1144588"/>
          <p14:tracePt t="2605" x="9845675" y="1193800"/>
          <p14:tracePt t="2622" x="9879013" y="1219200"/>
          <p14:tracePt t="2638" x="9912350" y="1227138"/>
          <p14:tracePt t="2655" x="9912350" y="1236663"/>
          <p14:tracePt t="2672" x="9979025" y="1236663"/>
          <p14:tracePt t="2689" x="10020300" y="1236663"/>
          <p14:tracePt t="2720" x="10029825" y="1236663"/>
          <p14:tracePt t="2728" x="10045700" y="1227138"/>
          <p14:tracePt t="2739" x="10053638" y="1203325"/>
          <p14:tracePt t="2756" x="10071100" y="1185863"/>
          <p14:tracePt t="2772" x="10086975" y="1152525"/>
          <p14:tracePt t="2789" x="10086975" y="1136650"/>
          <p14:tracePt t="2805" x="10086975" y="1127125"/>
          <p14:tracePt t="2823" x="10086975" y="1111250"/>
          <p14:tracePt t="2839" x="10086975" y="1093788"/>
          <p14:tracePt t="2856" x="10086975" y="1085850"/>
          <p14:tracePt t="3088" x="10079038" y="1093788"/>
          <p14:tracePt t="3096" x="10037763" y="1127125"/>
          <p14:tracePt t="3104" x="9979025" y="1177925"/>
          <p14:tracePt t="3123" x="9879013" y="1270000"/>
          <p14:tracePt t="3140" x="9794875" y="1362075"/>
          <p14:tracePt t="3156" x="9720263" y="1462088"/>
          <p14:tracePt t="3173" x="9694863" y="1503363"/>
          <p14:tracePt t="3190" x="9678988" y="1544638"/>
          <p14:tracePt t="3207" x="9686925" y="1577975"/>
          <p14:tracePt t="3223" x="9728200" y="1646238"/>
          <p14:tracePt t="3240" x="9786938" y="1687513"/>
          <p14:tracePt t="3241" x="9812338" y="1695450"/>
          <p14:tracePt t="3257" x="9861550" y="1728788"/>
          <p14:tracePt t="3273" x="9886950" y="1771650"/>
          <p14:tracePt t="3290" x="9904413" y="1804988"/>
          <p14:tracePt t="3307" x="9912350" y="1820863"/>
          <p14:tracePt t="3323" x="9920288" y="1820863"/>
          <p14:tracePt t="3341" x="9928225" y="1820863"/>
          <p14:tracePt t="3376" x="9937750" y="1820863"/>
          <p14:tracePt t="3384" x="9953625" y="1820863"/>
          <p14:tracePt t="3408" x="9963150" y="1820863"/>
          <p14:tracePt t="3441" x="9963150" y="1812925"/>
          <p14:tracePt t="3849" x="9971088" y="1812925"/>
          <p14:tracePt t="3857" x="10012363" y="1812925"/>
          <p14:tracePt t="3864" x="10063163" y="1812925"/>
          <p14:tracePt t="3875" x="10086975" y="1812925"/>
          <p14:tracePt t="3891" x="10104438" y="1812925"/>
          <p14:tracePt t="4186" x="10104438" y="1804988"/>
          <p14:tracePt t="4769" x="10045700" y="1804988"/>
          <p14:tracePt t="4776" x="9861550" y="1804988"/>
          <p14:tracePt t="4784" x="9544050" y="1804988"/>
          <p14:tracePt t="4793" x="9110663" y="1804988"/>
          <p14:tracePt t="4811" x="7932738" y="1879600"/>
          <p14:tracePt t="4827" x="6889750" y="2054225"/>
          <p14:tracePt t="4844" x="5853113" y="2305050"/>
          <p14:tracePt t="4861" x="5060950" y="2530475"/>
          <p14:tracePt t="4877" x="4600575" y="2698750"/>
          <p14:tracePt t="4894" x="4375150" y="2832100"/>
          <p14:tracePt t="4910" x="4267200" y="2906713"/>
          <p14:tracePt t="4928" x="4208463" y="2965450"/>
          <p14:tracePt t="4929" x="4175125" y="2998788"/>
          <p14:tracePt t="4944" x="4159250" y="3016250"/>
          <p14:tracePt t="4961" x="4141788" y="3040063"/>
          <p14:tracePt t="5033" x="4141788" y="3049588"/>
          <p14:tracePt t="5048" x="4149725" y="3049588"/>
          <p14:tracePt t="5056" x="4159250" y="3049588"/>
          <p14:tracePt t="5064" x="4167188" y="3049588"/>
          <p14:tracePt t="5077" x="4175125" y="3049588"/>
          <p14:tracePt t="5095" x="4192588" y="3049588"/>
          <p14:tracePt t="5209" x="4225925" y="3057525"/>
          <p14:tracePt t="5224" x="4241800" y="3065463"/>
          <p14:tracePt t="5232" x="4241800" y="3073400"/>
          <p14:tracePt t="5244" x="4249738" y="3082925"/>
          <p14:tracePt t="5261" x="4259263" y="3082925"/>
          <p14:tracePt t="5278" x="4284663" y="3082925"/>
          <p14:tracePt t="5295" x="4275138" y="3032125"/>
          <p14:tracePt t="5353" x="4275138" y="3024188"/>
          <p14:tracePt t="5897" x="4333875" y="3032125"/>
          <p14:tracePt t="5904" x="4476750" y="3073400"/>
          <p14:tracePt t="5913" x="4576763" y="3082925"/>
          <p14:tracePt t="5929" x="4768850" y="3124200"/>
          <p14:tracePt t="5946" x="4894263" y="3124200"/>
          <p14:tracePt t="5964" x="4960938" y="3124200"/>
          <p14:tracePt t="5980" x="4984750" y="3116263"/>
          <p14:tracePt t="6009" x="4984750" y="3106738"/>
          <p14:tracePt t="6033" x="4994275" y="3098800"/>
          <p14:tracePt t="6065" x="4994275" y="3132138"/>
          <p14:tracePt t="6073" x="4994275" y="3157538"/>
          <p14:tracePt t="6081" x="4976813" y="3216275"/>
          <p14:tracePt t="6096" x="4960938" y="3316288"/>
          <p14:tracePt t="6113" x="4935538" y="3616325"/>
          <p14:tracePt t="6130" x="5035550" y="3800475"/>
          <p14:tracePt t="6146" x="5345113" y="3900488"/>
          <p14:tracePt t="6163" x="5786438" y="3925888"/>
          <p14:tracePt t="6180" x="6196013" y="3925888"/>
          <p14:tracePt t="6197" x="6496050" y="3892550"/>
          <p14:tracePt t="6213" x="6697663" y="3859213"/>
          <p14:tracePt t="6230" x="6789738" y="3800475"/>
          <p14:tracePt t="6247" x="6797675" y="3692525"/>
          <p14:tracePt t="6264" x="6738938" y="3508375"/>
          <p14:tracePt t="6264" x="6605588" y="3357563"/>
          <p14:tracePt t="6280" x="6454775" y="3241675"/>
          <p14:tracePt t="6281" x="6221413" y="3124200"/>
          <p14:tracePt t="6297" x="6062663" y="3090863"/>
          <p14:tracePt t="6313" x="5686425" y="3057525"/>
          <p14:tracePt t="6330" x="5578475" y="3057525"/>
          <p14:tracePt t="6347" x="5537200" y="3190875"/>
          <p14:tracePt t="6363" x="5537200" y="3357563"/>
          <p14:tracePt t="6380" x="5653088" y="3533775"/>
          <p14:tracePt t="6397" x="5853113" y="3659188"/>
          <p14:tracePt t="6414" x="6229350" y="3741738"/>
          <p14:tracePt t="6430" x="6856413" y="3784600"/>
          <p14:tracePt t="6447" x="7289800" y="3775075"/>
          <p14:tracePt t="6464" x="7499350" y="3717925"/>
          <p14:tracePt t="6465" x="7566025" y="3692525"/>
          <p14:tracePt t="6481" x="7573963" y="3675063"/>
          <p14:tracePt t="6481" x="7573963" y="3659188"/>
          <p14:tracePt t="6497" x="7573963" y="3616325"/>
          <p14:tracePt t="6514" x="7548563" y="3567113"/>
          <p14:tracePt t="6531" x="7499350" y="3549650"/>
          <p14:tracePt t="6547" x="7481888" y="3549650"/>
          <p14:tracePt t="6794" x="7448550" y="3549650"/>
          <p14:tracePt t="6801" x="7381875" y="3516313"/>
          <p14:tracePt t="6809" x="7340600" y="3516313"/>
          <p14:tracePt t="6832" x="7248525" y="3475038"/>
          <p14:tracePt t="6921" x="7240588" y="3475038"/>
          <p14:tracePt t="6930" x="7223125" y="3467100"/>
          <p14:tracePt t="6938" x="7197725" y="3467100"/>
          <p14:tracePt t="6961" x="7189788" y="3467100"/>
          <p14:tracePt t="7369" x="7264400" y="3467100"/>
          <p14:tracePt t="7377" x="7332663" y="3467100"/>
          <p14:tracePt t="7384" x="7389813" y="3467100"/>
          <p14:tracePt t="7399" x="7423150" y="3467100"/>
          <p14:tracePt t="7416" x="7473950" y="3457575"/>
          <p14:tracePt t="7433" x="7507288" y="3449638"/>
          <p14:tracePt t="7473" x="7507288" y="3433763"/>
          <p14:tracePt t="7481" x="7466013" y="3416300"/>
          <p14:tracePt t="7489" x="7423150" y="3408363"/>
          <p14:tracePt t="7499" x="7381875" y="3400425"/>
          <p14:tracePt t="7516" x="7356475" y="3390900"/>
          <p14:tracePt t="7533" x="7332663" y="3390900"/>
          <p14:tracePt t="7549" x="7281863" y="3390900"/>
          <p14:tracePt t="7570" x="7207250" y="3390900"/>
          <p14:tracePt t="7584" x="7197725" y="3390900"/>
          <p14:tracePt t="7600" x="7164388" y="3408363"/>
          <p14:tracePt t="7617" x="7148513" y="3416300"/>
          <p14:tracePt t="7633" x="7140575" y="3424238"/>
          <p14:tracePt t="8938" x="7072313" y="3424238"/>
          <p14:tracePt t="8946" x="7023100" y="3400425"/>
          <p14:tracePt t="8955" x="6956425" y="3382963"/>
          <p14:tracePt t="8969" x="6897688" y="3375025"/>
          <p14:tracePt t="8970" x="6838950" y="3375025"/>
          <p14:tracePt t="8986" x="6705600" y="3375025"/>
          <p14:tracePt t="9003" x="6630988" y="3375025"/>
          <p14:tracePt t="9020" x="6521450" y="3357563"/>
          <p14:tracePt t="9036" x="6405563" y="3357563"/>
          <p14:tracePt t="9053" x="6254750" y="3357563"/>
          <p14:tracePt t="9070" x="6078538" y="3357563"/>
          <p14:tracePt t="9086" x="5845175" y="3408363"/>
          <p14:tracePt t="9103" x="5561013" y="3457575"/>
          <p14:tracePt t="9120" x="5243513" y="3533775"/>
          <p14:tracePt t="9136" x="4918075" y="3649663"/>
          <p14:tracePt t="9154" x="4625975" y="3767138"/>
          <p14:tracePt t="9170" x="4367213" y="3884613"/>
          <p14:tracePt t="9187" x="4300538" y="3943350"/>
          <p14:tracePt t="9203" x="4267200" y="3984625"/>
          <p14:tracePt t="9220" x="4259263" y="4017963"/>
          <p14:tracePt t="9237" x="4259263" y="4025900"/>
          <p14:tracePt t="9254" x="4275138" y="4033838"/>
          <p14:tracePt t="9270" x="4275138" y="4043363"/>
          <p14:tracePt t="9287" x="4284663" y="4043363"/>
          <p14:tracePt t="9314" x="4292600" y="4043363"/>
          <p14:tracePt t="9329" x="4300538" y="4043363"/>
          <p14:tracePt t="9338" x="4318000" y="4043363"/>
          <p14:tracePt t="9354" x="4341813" y="4043363"/>
          <p14:tracePt t="9370" x="4359275" y="4043363"/>
          <p14:tracePt t="9387" x="4375150" y="4025900"/>
          <p14:tracePt t="9403" x="4392613" y="4017963"/>
          <p14:tracePt t="9420" x="4418013" y="4010025"/>
          <p14:tracePt t="9437" x="4451350" y="3984625"/>
          <p14:tracePt t="9454" x="4467225" y="3984625"/>
          <p14:tracePt t="9471" x="4476750" y="3976688"/>
          <p14:tracePt t="9858" x="4492625" y="3959225"/>
          <p14:tracePt t="9865" x="4500563" y="3951288"/>
          <p14:tracePt t="9873" x="4510088" y="3943350"/>
          <p14:tracePt t="9889" x="4510088" y="3933825"/>
          <p14:tracePt t="9906" x="4518025" y="3917950"/>
          <p14:tracePt t="9921" x="4525963" y="3917950"/>
          <p14:tracePt t="9938" x="4525963" y="3910013"/>
          <p14:tracePt t="9955" x="4525963" y="3900488"/>
          <p14:tracePt t="9978" x="4533900" y="3892550"/>
          <p14:tracePt t="9994" x="4533900" y="3884613"/>
          <p14:tracePt t="10025" x="4533900" y="3867150"/>
          <p14:tracePt t="10033" x="4533900" y="3859213"/>
          <p14:tracePt t="10041" x="4551363" y="3851275"/>
          <p14:tracePt t="10057" x="4551363" y="3841750"/>
          <p14:tracePt t="10072" x="4559300" y="3833813"/>
          <p14:tracePt t="10089" x="4559300" y="3825875"/>
          <p14:tracePt t="10105" x="4567238" y="3825875"/>
          <p14:tracePt t="12546" x="4567238" y="3800475"/>
          <p14:tracePt t="12553" x="4567238" y="3733800"/>
          <p14:tracePt t="12561" x="4543425" y="3675063"/>
          <p14:tracePt t="12577" x="4533900" y="3649663"/>
          <p14:tracePt t="12594" x="4518025" y="3616325"/>
          <p14:tracePt t="12610" x="4500563" y="3559175"/>
          <p14:tracePt t="12627" x="4500563" y="3549650"/>
          <p14:tracePt t="12644" x="4500563" y="3533775"/>
          <p14:tracePt t="12661" x="4500563" y="3525838"/>
          <p14:tracePt t="12678" x="4525963" y="3525838"/>
          <p14:tracePt t="12694" x="4551363" y="3525838"/>
          <p14:tracePt t="12711" x="4592638" y="3525838"/>
          <p14:tracePt t="12728" x="4702175" y="3567113"/>
          <p14:tracePt t="12744" x="4843463" y="3667125"/>
          <p14:tracePt t="12761" x="4994275" y="3767138"/>
          <p14:tracePt t="12778" x="5110163" y="3859213"/>
          <p14:tracePt t="12794" x="5227638" y="3933825"/>
          <p14:tracePt t="12899" x="5186363" y="3933825"/>
          <p14:tracePt t="12906" x="5135563" y="3933825"/>
          <p14:tracePt t="12913" x="5102225" y="3925888"/>
          <p14:tracePt t="12928" x="5051425" y="3917950"/>
          <p14:tracePt t="12945" x="4951413" y="3910013"/>
          <p14:tracePt t="12961" x="4868863" y="3900488"/>
          <p14:tracePt t="12962" x="4859338" y="3900488"/>
          <p14:tracePt t="12978" x="4826000" y="3900488"/>
          <p14:tracePt t="12995" x="4810125" y="3900488"/>
          <p14:tracePt t="13076" x="4802188" y="3900488"/>
          <p14:tracePt t="13082" x="4784725" y="3900488"/>
          <p14:tracePt t="13106" x="4768850" y="3900488"/>
          <p14:tracePt t="13122" x="4759325" y="3900488"/>
          <p14:tracePt t="13130" x="4751388" y="3910013"/>
          <p14:tracePt t="13145" x="4743450" y="3910013"/>
          <p14:tracePt t="13162" x="4725988" y="3910013"/>
          <p14:tracePt t="13186" x="4718050" y="3910013"/>
          <p14:tracePt t="13202" x="4710113" y="3910013"/>
          <p14:tracePt t="13218" x="4702175" y="3910013"/>
          <p14:tracePt t="13229" x="4692650" y="3910013"/>
          <p14:tracePt t="13246" x="4684713" y="3910013"/>
          <p14:tracePt t="13299" x="4676775" y="3910013"/>
          <p14:tracePt t="13602" x="4667250" y="3892550"/>
          <p14:tracePt t="13610" x="4651375" y="3884613"/>
          <p14:tracePt t="13626" x="4651375" y="3859213"/>
          <p14:tracePt t="14652" x="4643438" y="3851275"/>
          <p14:tracePt t="14699" x="4643438" y="3859213"/>
          <p14:tracePt t="15691" x="4659313" y="3859213"/>
          <p14:tracePt t="15698" x="4718050" y="3867150"/>
          <p14:tracePt t="15706" x="4768850" y="3876675"/>
          <p14:tracePt t="15717" x="4802188" y="3876675"/>
          <p14:tracePt t="15734" x="4835525" y="3876675"/>
          <p14:tracePt t="15751" x="4851400" y="3876675"/>
          <p14:tracePt t="16619" x="4868863" y="3876675"/>
          <p14:tracePt t="16627" x="4902200" y="3876675"/>
          <p14:tracePt t="16637" x="4935538" y="3876675"/>
          <p14:tracePt t="16653" x="5018088" y="3892550"/>
          <p14:tracePt t="16670" x="5035550" y="3900488"/>
          <p14:tracePt t="17163" x="5068888" y="3900488"/>
          <p14:tracePt t="17171" x="5076825" y="3900488"/>
          <p14:tracePt t="17178" x="5102225" y="3900488"/>
          <p14:tracePt t="17187" x="5143500" y="3884613"/>
          <p14:tracePt t="17204" x="5210175" y="3876675"/>
          <p14:tracePt t="17221" x="5276850" y="3859213"/>
          <p14:tracePt t="17238" x="5286375" y="3851275"/>
          <p14:tracePt t="17267" x="5286375" y="3841750"/>
          <p14:tracePt t="17274" x="5286375" y="3833813"/>
          <p14:tracePt t="17355" x="5268913" y="3817938"/>
          <p14:tracePt t="17363" x="5219700" y="3817938"/>
          <p14:tracePt t="17371" x="5168900" y="3808413"/>
          <p14:tracePt t="17388" x="5094288" y="3800475"/>
          <p14:tracePt t="17405" x="5035550" y="3792538"/>
          <p14:tracePt t="17421" x="4968875" y="3792538"/>
          <p14:tracePt t="17438" x="4943475" y="3792538"/>
          <p14:tracePt t="17455" x="4918075" y="3825875"/>
          <p14:tracePt t="17471" x="4894263" y="3900488"/>
          <p14:tracePt t="17488" x="4894263" y="3943350"/>
          <p14:tracePt t="17505" x="4894263" y="3992563"/>
          <p14:tracePt t="17506" x="4894263" y="4000500"/>
          <p14:tracePt t="17522" x="4902200" y="4017963"/>
          <p14:tracePt t="17523" x="4918075" y="4033838"/>
          <p14:tracePt t="17538" x="4927600" y="4033838"/>
          <p14:tracePt t="17555" x="4935538" y="4033838"/>
          <p14:tracePt t="17619" x="4943475" y="4033838"/>
          <p14:tracePt t="17659" x="4951413" y="4033838"/>
          <p14:tracePt t="17691" x="4951413" y="4017963"/>
          <p14:tracePt t="17698" x="4943475" y="3992563"/>
          <p14:tracePt t="17706" x="4927600" y="3984625"/>
          <p14:tracePt t="17722" x="4884738" y="3959225"/>
          <p14:tracePt t="17739" x="4802188" y="3925888"/>
          <p14:tracePt t="17740" x="4776788" y="3917950"/>
          <p14:tracePt t="17755" x="4710113" y="3876675"/>
          <p14:tracePt t="17772" x="4676775" y="3841750"/>
          <p14:tracePt t="17789" x="4659313" y="3825875"/>
          <p14:tracePt t="17806" x="4633913" y="3784600"/>
          <p14:tracePt t="17822" x="4610100" y="3725863"/>
          <p14:tracePt t="17839" x="4610100" y="3717925"/>
          <p14:tracePt t="17856" x="4610100" y="3708400"/>
          <p14:tracePt t="17873" x="4610100" y="3700463"/>
          <p14:tracePt t="17889" x="4610100" y="3692525"/>
          <p14:tracePt t="17906" x="4633913" y="3683000"/>
          <p14:tracePt t="17923" x="4676775" y="3683000"/>
          <p14:tracePt t="17923" x="4735513" y="3683000"/>
          <p14:tracePt t="17939" x="4876800" y="3717925"/>
          <p14:tracePt t="17956" x="5027613" y="3775075"/>
          <p14:tracePt t="17973" x="5135563" y="3833813"/>
          <p14:tracePt t="17990" x="5186363" y="3851275"/>
          <p14:tracePt t="18059" x="5186363" y="3841750"/>
          <p14:tracePt t="18066" x="5160963" y="3825875"/>
          <p14:tracePt t="18074" x="5143500" y="3825875"/>
          <p14:tracePt t="18089" x="5119688" y="3808413"/>
          <p14:tracePt t="18106" x="5060950" y="3800475"/>
          <p14:tracePt t="18123" x="5002213" y="3800475"/>
          <p14:tracePt t="18124" x="4994275" y="3800475"/>
          <p14:tracePt t="18139" x="4976813" y="3800475"/>
          <p14:tracePt t="18156" x="4960938" y="3833813"/>
          <p14:tracePt t="18173" x="4960938" y="3892550"/>
          <p14:tracePt t="18189" x="4960938" y="3925888"/>
          <p14:tracePt t="18206" x="4960938" y="3943350"/>
          <p14:tracePt t="18223" x="4984750" y="3943350"/>
          <p14:tracePt t="18240" x="5002213" y="3943350"/>
          <p14:tracePt t="18256" x="5035550" y="3933825"/>
          <p14:tracePt t="18273" x="5051425" y="3910013"/>
          <p14:tracePt t="18290" x="5060950" y="3900488"/>
          <p14:tracePt t="18291" x="5060950" y="3884613"/>
          <p14:tracePt t="18307" x="5060950" y="3851275"/>
          <p14:tracePt t="18307" x="5060950" y="3833813"/>
          <p14:tracePt t="18323" x="5018088" y="3759200"/>
          <p14:tracePt t="18340" x="4927600" y="3725863"/>
          <p14:tracePt t="18357" x="4818063" y="3692525"/>
          <p14:tracePt t="18373" x="4743450" y="3692525"/>
          <p14:tracePt t="18390" x="4676775" y="3708400"/>
          <p14:tracePt t="18407" x="4618038" y="3741738"/>
          <p14:tracePt t="18424" x="4584700" y="3767138"/>
          <p14:tracePt t="18468" x="4584700" y="3733800"/>
          <p14:tracePt t="18477" x="4584700" y="3675063"/>
          <p14:tracePt t="18482" x="4576763" y="3625850"/>
          <p14:tracePt t="18491" x="4576763" y="3567113"/>
          <p14:tracePt t="18507" x="4567238" y="3516313"/>
          <p14:tracePt t="18508" x="4559300" y="3490913"/>
          <p14:tracePt t="18524" x="4559300" y="3457575"/>
          <p14:tracePt t="18541" x="4559300" y="3424238"/>
          <p14:tracePt t="18557" x="4567238" y="3416300"/>
          <p14:tracePt t="18574" x="4618038" y="3408363"/>
          <p14:tracePt t="18591" x="4710113" y="3408363"/>
          <p14:tracePt t="18608" x="4851400" y="3433763"/>
          <p14:tracePt t="18624" x="4984750" y="3500438"/>
          <p14:tracePt t="18641" x="5127625" y="3600450"/>
          <p14:tracePt t="18659" x="5276850" y="3717925"/>
          <p14:tracePt t="18674" x="5294313" y="3733800"/>
          <p14:tracePt t="18691" x="5327650" y="3775075"/>
          <p14:tracePt t="18691" x="5335588" y="3800475"/>
          <p14:tracePt t="18707" x="5335588" y="3833813"/>
          <p14:tracePt t="18724" x="5345113" y="3859213"/>
          <p14:tracePt t="18741" x="5353050" y="3892550"/>
          <p14:tracePt t="18795" x="5368925" y="3900488"/>
          <p14:tracePt t="18803" x="5386388" y="3900488"/>
          <p14:tracePt t="18810" x="5394325" y="3900488"/>
          <p14:tracePt t="18825" x="5411788" y="3884613"/>
          <p14:tracePt t="18841" x="5435600" y="3859213"/>
          <p14:tracePt t="18858" x="5453063" y="3817938"/>
          <p14:tracePt t="18875" x="5461000" y="3683000"/>
          <p14:tracePt t="18891" x="5411788" y="3592513"/>
          <p14:tracePt t="18908" x="5311775" y="3525838"/>
          <p14:tracePt t="18924" x="5210175" y="3516313"/>
          <p14:tracePt t="18941" x="5127625" y="3516313"/>
          <p14:tracePt t="18958" x="5043488" y="3559175"/>
          <p14:tracePt t="18975" x="4960938" y="3692525"/>
          <p14:tracePt t="18991" x="4951413" y="3867150"/>
          <p14:tracePt t="19008" x="4951413" y="4025900"/>
          <p14:tracePt t="19025" x="5018088" y="4117975"/>
          <p14:tracePt t="19041" x="5143500" y="4151313"/>
          <p14:tracePt t="19058" x="5302250" y="4151313"/>
          <p14:tracePt t="19059" x="5360988" y="4151313"/>
          <p14:tracePt t="19075" x="5419725" y="4143375"/>
          <p14:tracePt t="19091" x="5537200" y="4059238"/>
          <p14:tracePt t="19108" x="5561013" y="3984625"/>
          <p14:tracePt t="19125" x="5561013" y="3867150"/>
          <p14:tracePt t="19141" x="5545138" y="3741738"/>
          <p14:tracePt t="19159" x="5468938" y="3659188"/>
          <p14:tracePt t="19176" x="5386388" y="3625850"/>
          <p14:tracePt t="19192" x="5327650" y="3625850"/>
          <p14:tracePt t="19209" x="5260975" y="3625850"/>
          <p14:tracePt t="19226" x="5176838" y="3708400"/>
          <p14:tracePt t="19226" x="5143500" y="3751263"/>
          <p14:tracePt t="19242" x="5119688" y="3825875"/>
          <p14:tracePt t="19259" x="5110163" y="3892550"/>
          <p14:tracePt t="19275" x="5110163" y="3951288"/>
          <p14:tracePt t="19292" x="5119688" y="3976688"/>
          <p14:tracePt t="19308" x="5143500" y="3984625"/>
          <p14:tracePt t="19326" x="5210175" y="3984625"/>
          <p14:tracePt t="19342" x="5302250" y="3943350"/>
          <p14:tracePt t="19359" x="5368925" y="3892550"/>
          <p14:tracePt t="19376" x="5411788" y="3851275"/>
          <p14:tracePt t="19392" x="5427663" y="3833813"/>
          <p14:tracePt t="19409" x="5427663" y="3825875"/>
          <p14:tracePt t="19426" x="5427663" y="3817938"/>
          <p14:tracePt t="19443" x="5427663" y="3808413"/>
          <p14:tracePt t="19603" x="5427663" y="3800475"/>
          <p14:tracePt t="19627" x="5411788" y="3784600"/>
          <p14:tracePt t="19644" x="5402263" y="3784600"/>
          <p14:tracePt t="19972" x="5402263" y="3775075"/>
          <p14:tracePt t="19979" x="5411788" y="3775075"/>
          <p14:tracePt t="19987" x="5427663" y="3767138"/>
          <p14:tracePt t="20011" x="5453063" y="3767138"/>
          <p14:tracePt t="20027" x="5461000" y="3767138"/>
          <p14:tracePt t="20028" x="5494338" y="3767138"/>
          <p14:tracePt t="20044" x="5578475" y="3767138"/>
          <p14:tracePt t="20061" x="5695950" y="3767138"/>
          <p14:tracePt t="20077" x="5878513" y="3775075"/>
          <p14:tracePt t="20094" x="6113463" y="3817938"/>
          <p14:tracePt t="20111" x="6462713" y="3825875"/>
          <p14:tracePt t="20127" x="6964363" y="3825875"/>
          <p14:tracePt t="20145" x="7423150" y="3825875"/>
          <p14:tracePt t="20161" x="7791450" y="3775075"/>
          <p14:tracePt t="20177" x="8008938" y="3733800"/>
          <p14:tracePt t="20195" x="8116888" y="3667125"/>
          <p14:tracePt t="20211" x="8134350" y="3659188"/>
          <p14:tracePt t="20212" x="8150225" y="3633788"/>
          <p14:tracePt t="20227" x="8158163" y="3625850"/>
          <p14:tracePt t="20244" x="8183563" y="3600450"/>
          <p14:tracePt t="20261" x="8201025" y="3582988"/>
          <p14:tracePt t="20523" x="8216900" y="3575050"/>
          <p14:tracePt t="20531" x="8234363" y="3575050"/>
          <p14:tracePt t="20547" x="8242300" y="3575050"/>
          <p14:tracePt t="20563" x="8258175" y="3575050"/>
          <p14:tracePt t="20578" x="8301038" y="3575050"/>
          <p14:tracePt t="20579" x="8367713" y="3575050"/>
          <p14:tracePt t="20595" x="8408988" y="3582988"/>
          <p14:tracePt t="20596" x="8442325" y="3582988"/>
          <p14:tracePt t="20611" x="8493125" y="3582988"/>
          <p14:tracePt t="20628" x="8526463" y="3582988"/>
          <p14:tracePt t="20645" x="8534400" y="3582988"/>
          <p14:tracePt t="20700" x="8542338" y="3582988"/>
          <p14:tracePt t="20707" x="8575675" y="3582988"/>
          <p14:tracePt t="20715" x="8601075" y="3582988"/>
          <p14:tracePt t="20728" x="8609013" y="3582988"/>
          <p14:tracePt t="20746" x="8634413" y="3582988"/>
          <p14:tracePt t="20762" x="8642350" y="3582988"/>
          <p14:tracePt t="20812" x="8651875" y="3582988"/>
          <p14:tracePt t="20819" x="8667750" y="3582988"/>
          <p14:tracePt t="20828" x="8693150" y="3575050"/>
          <p14:tracePt t="20846" x="8701088" y="3567113"/>
          <p14:tracePt t="20862" x="8701088" y="3559175"/>
          <p14:tracePt t="20879" x="8701088" y="3549650"/>
          <p14:tracePt t="21044" x="8701088" y="3541713"/>
          <p14:tracePt t="21051" x="8701088" y="3533775"/>
          <p14:tracePt t="21059" x="8701088" y="3525838"/>
          <p14:tracePt t="21080" x="8701088" y="3500438"/>
          <p14:tracePt t="21096" x="8701088" y="3482975"/>
          <p14:tracePt t="21123" x="8701088" y="3475038"/>
          <p14:tracePt t="21620" x="8693150" y="3475038"/>
          <p14:tracePt t="21627" x="8685213" y="3490913"/>
          <p14:tracePt t="21635" x="8685213" y="3508375"/>
          <p14:tracePt t="21647" x="8685213" y="3516313"/>
          <p14:tracePt t="21664" x="8685213" y="3541713"/>
          <p14:tracePt t="21681" x="8685213" y="3559175"/>
          <p14:tracePt t="21876" x="8659813" y="3575050"/>
          <p14:tracePt t="21883" x="8642350" y="3582988"/>
          <p14:tracePt t="21891" x="8634413" y="3592513"/>
          <p14:tracePt t="21915" x="8626475" y="3600450"/>
          <p14:tracePt t="21997" x="8626475" y="3616325"/>
          <p14:tracePt t="22003" x="8618538" y="3625850"/>
          <p14:tracePt t="22015" x="8609013" y="3641725"/>
          <p14:tracePt t="22031" x="8609013" y="3675063"/>
          <p14:tracePt t="22048" x="8601075" y="3700463"/>
          <p14:tracePt t="22065" x="8601075" y="3717925"/>
          <p14:tracePt t="22081" x="8601075" y="3733800"/>
          <p14:tracePt t="22099" x="8601075" y="3767138"/>
          <p14:tracePt t="22100" x="8593138" y="3767138"/>
          <p14:tracePt t="22115" x="8593138" y="3784600"/>
          <p14:tracePt t="22116" x="8593138" y="3792538"/>
          <p14:tracePt t="22132" x="8593138" y="3817938"/>
          <p14:tracePt t="22148" x="8575675" y="3859213"/>
          <p14:tracePt t="22166" x="8567738" y="3900488"/>
          <p14:tracePt t="22182" x="8567738" y="3910013"/>
          <p14:tracePt t="22198" x="8559800" y="3933825"/>
          <p14:tracePt t="22232" x="8559800" y="3959225"/>
          <p14:tracePt t="22308" x="8559800" y="3967163"/>
          <p14:tracePt t="22316" x="8551863" y="3967163"/>
          <p14:tracePt t="22427" x="8551863" y="3984625"/>
          <p14:tracePt t="22435" x="8542338" y="4010025"/>
          <p14:tracePt t="22443" x="8542338" y="4017963"/>
          <p14:tracePt t="22451" x="8534400" y="4033838"/>
          <p14:tracePt t="22476" x="8534400" y="4043363"/>
          <p14:tracePt t="22483" x="8534400" y="4051300"/>
          <p14:tracePt t="22548" x="8534400" y="4059238"/>
          <p14:tracePt t="22660" x="8534400" y="4084638"/>
          <p14:tracePt t="22667" x="8534400" y="4092575"/>
          <p14:tracePt t="22675" x="8526463" y="4110038"/>
          <p14:tracePt t="22683" x="8516938" y="4110038"/>
          <p14:tracePt t="22701" x="8516938" y="4117975"/>
          <p14:tracePt t="22716" x="8516938" y="4125913"/>
          <p14:tracePt t="22828" x="8516938" y="4135438"/>
          <p14:tracePt t="22835" x="8516938" y="4143375"/>
          <p14:tracePt t="22843" x="8516938" y="4151313"/>
          <p14:tracePt t="22867" x="8483600" y="4176713"/>
          <p14:tracePt t="22884" x="8475663" y="4176713"/>
          <p14:tracePt t="22900" x="8459788" y="4184650"/>
          <p14:tracePt t="22924" x="8450263" y="4184650"/>
          <p14:tracePt t="22934" x="8434388" y="4184650"/>
          <p14:tracePt t="22950" x="8408988" y="4184650"/>
          <p14:tracePt t="22967" x="8383588" y="4184650"/>
          <p14:tracePt t="22984" x="8350250" y="4184650"/>
          <p14:tracePt t="23000" x="8301038" y="4192588"/>
          <p14:tracePt t="23017" x="8267700" y="4192588"/>
          <p14:tracePt t="23034" x="8208963" y="4192588"/>
          <p14:tracePt t="23050" x="8116888" y="4192588"/>
          <p14:tracePt t="23067" x="8050213" y="4192588"/>
          <p14:tracePt t="23084" x="7966075" y="4192588"/>
          <p14:tracePt t="23101" x="7907338" y="4192588"/>
          <p14:tracePt t="23117" x="7883525" y="4184650"/>
          <p14:tracePt t="23134" x="7858125" y="4184650"/>
          <p14:tracePt t="23151" x="7816850" y="4168775"/>
          <p14:tracePt t="23167" x="7783513" y="4168775"/>
          <p14:tracePt t="23184" x="7740650" y="4168775"/>
          <p14:tracePt t="23201" x="7707313" y="4159250"/>
          <p14:tracePt t="23217" x="7681913" y="4159250"/>
          <p14:tracePt t="23234" x="7658100" y="4151313"/>
          <p14:tracePt t="23251" x="7640638" y="4143375"/>
          <p14:tracePt t="23268" x="7624763" y="4143375"/>
          <p14:tracePt t="23284" x="7615238" y="4143375"/>
          <p14:tracePt t="23301" x="7591425" y="4143375"/>
          <p14:tracePt t="23318" x="7566025" y="4143375"/>
          <p14:tracePt t="23335" x="7548563" y="4143375"/>
          <p14:tracePt t="23351" x="7489825" y="4143375"/>
          <p14:tracePt t="23368" x="7423150" y="4143375"/>
          <p14:tracePt t="23385" x="7332663" y="4143375"/>
          <p14:tracePt t="23402" x="7256463" y="4143375"/>
          <p14:tracePt t="23419" x="7215188" y="4143375"/>
          <p14:tracePt t="23421" x="7189788" y="4143375"/>
          <p14:tracePt t="23434" x="7181850" y="4143375"/>
          <p14:tracePt t="23451" x="7156450" y="4143375"/>
          <p14:tracePt t="23452" x="7140575" y="4143375"/>
          <p14:tracePt t="23468" x="7105650" y="4143375"/>
          <p14:tracePt t="23485" x="7089775" y="4143375"/>
          <p14:tracePt t="23502" x="7081838" y="4143375"/>
          <p14:tracePt t="23852" x="7072313" y="4143375"/>
          <p14:tracePt t="23859" x="7072313" y="4135438"/>
          <p14:tracePt t="23876" x="7072313" y="4117975"/>
          <p14:tracePt t="23885" x="7097713" y="4092575"/>
          <p14:tracePt t="24188" x="7105650" y="4092575"/>
          <p14:tracePt t="24228" x="7115175" y="4092575"/>
          <p14:tracePt t="24277" x="7123113" y="4092575"/>
          <p14:tracePt t="24668" x="7097713" y="4092575"/>
          <p14:tracePt t="24675" x="7081838" y="4092575"/>
          <p14:tracePt t="24687" x="7048500" y="4092575"/>
          <p14:tracePt t="24704" x="6981825" y="4092575"/>
          <p14:tracePt t="24721" x="6905625" y="4068763"/>
          <p14:tracePt t="24738" x="6864350" y="4059238"/>
          <p14:tracePt t="24754" x="6846888" y="4051300"/>
          <p14:tracePt t="25036" x="6813550" y="4051300"/>
          <p14:tracePt t="25044" x="6731000" y="3992563"/>
          <p14:tracePt t="25054" x="6597650" y="3917950"/>
          <p14:tracePt t="25071" x="6346825" y="3851275"/>
          <p14:tracePt t="25088" x="6154738" y="3800475"/>
          <p14:tracePt t="25105" x="5970588" y="3733800"/>
          <p14:tracePt t="25122" x="5886450" y="3700463"/>
          <p14:tracePt t="25138" x="5778500" y="3659188"/>
          <p14:tracePt t="25155" x="5729288" y="3659188"/>
          <p14:tracePt t="25172" x="5670550" y="3649663"/>
          <p14:tracePt t="25188" x="5637213" y="3649663"/>
          <p14:tracePt t="25205" x="5611813" y="3649663"/>
          <p14:tracePt t="25222" x="5603875" y="3641725"/>
          <p14:tracePt t="25238" x="5594350" y="3641725"/>
          <p14:tracePt t="25255" x="5586413" y="3641725"/>
          <p14:tracePt t="25272" x="5578475" y="3641725"/>
          <p14:tracePt t="25289" x="5570538" y="3633788"/>
          <p14:tracePt t="25316" x="5561013" y="3625850"/>
          <p14:tracePt t="25348" x="5561013" y="3616325"/>
          <p14:tracePt t="25356" x="5561013" y="3608388"/>
          <p14:tracePt t="25364" x="5561013" y="3575050"/>
          <p14:tracePt t="25373" x="5561013" y="3541713"/>
          <p14:tracePt t="25389" x="5561013" y="3408363"/>
          <p14:tracePt t="25405" x="5578475" y="3275013"/>
          <p14:tracePt t="25422" x="5619750" y="3098800"/>
          <p14:tracePt t="25439" x="5661025" y="2947988"/>
          <p14:tracePt t="25456" x="5703888" y="2857500"/>
          <p14:tracePt t="25472" x="5737225" y="2781300"/>
          <p14:tracePt t="25489" x="5745163" y="2740025"/>
          <p14:tracePt t="25506" x="5753100" y="2714625"/>
          <p14:tracePt t="25523" x="5770563" y="2706688"/>
          <p14:tracePt t="25837" x="5770563" y="2665413"/>
          <p14:tracePt t="25844" x="5770563" y="2640013"/>
          <p14:tracePt t="25852" x="5729288" y="2606675"/>
          <p14:tracePt t="25873" x="5695950" y="2597150"/>
          <p14:tracePt t="25890" x="5645150" y="2597150"/>
          <p14:tracePt t="25907" x="5611813" y="2597150"/>
          <p14:tracePt t="25923" x="5578475" y="2597150"/>
          <p14:tracePt t="25924" x="5553075" y="2597150"/>
          <p14:tracePt t="25941" x="5545138" y="2597150"/>
          <p14:tracePt t="25956" x="5537200" y="2614613"/>
          <p14:tracePt t="25973" x="5527675" y="2614613"/>
          <p14:tracePt t="25990" x="5519738" y="2630488"/>
          <p14:tracePt t="26007" x="5519738" y="2640013"/>
          <p14:tracePt t="26024" x="5519738" y="2647950"/>
          <p14:tracePt t="26068" x="5519738" y="2655888"/>
          <p14:tracePt t="26214" x="5503863" y="2655888"/>
          <p14:tracePt t="26221" x="5494338" y="2630488"/>
          <p14:tracePt t="26229" x="5478463" y="2614613"/>
          <p14:tracePt t="26241" x="5461000" y="2606675"/>
          <p14:tracePt t="26257" x="5419725" y="2589213"/>
          <p14:tracePt t="26274" x="5360988" y="2563813"/>
          <p14:tracePt t="26291" x="5311775" y="2563813"/>
          <p14:tracePt t="26292" x="5286375" y="2555875"/>
          <p14:tracePt t="26308" x="5253038" y="2555875"/>
          <p14:tracePt t="26308" x="5235575" y="2555875"/>
          <p14:tracePt t="26324" x="5210175" y="2555875"/>
          <p14:tracePt t="26341" x="5176838" y="2563813"/>
          <p14:tracePt t="26357" x="5160963" y="2581275"/>
          <p14:tracePt t="26374" x="5153025" y="2597150"/>
          <p14:tracePt t="26391" x="5153025" y="2630488"/>
          <p14:tracePt t="26408" x="5143500" y="2673350"/>
          <p14:tracePt t="26424" x="5143500" y="2706688"/>
          <p14:tracePt t="26441" x="5143500" y="2732088"/>
          <p14:tracePt t="26458" x="5143500" y="2765425"/>
          <p14:tracePt t="26475" x="5143500" y="2789238"/>
          <p14:tracePt t="26492" x="5143500" y="2798763"/>
          <p14:tracePt t="26686" x="5135563" y="2806700"/>
          <p14:tracePt t="26692" x="5086350" y="2814638"/>
          <p14:tracePt t="26700" x="5010150" y="2824163"/>
          <p14:tracePt t="26708" x="4910138" y="2840038"/>
          <p14:tracePt t="26725" x="4676775" y="2847975"/>
          <p14:tracePt t="26742" x="4408488" y="2873375"/>
          <p14:tracePt t="26759" x="4083050" y="2924175"/>
          <p14:tracePt t="26775" x="3649663" y="2981325"/>
          <p14:tracePt t="26792" x="3265488" y="3082925"/>
          <p14:tracePt t="26809" x="2947988" y="3224213"/>
          <p14:tracePt t="26826" x="2622550" y="3408363"/>
          <p14:tracePt t="26842" x="2338388" y="3575050"/>
          <p14:tracePt t="26860" x="2154238" y="3759200"/>
          <p14:tracePt t="26876" x="2146300" y="3800475"/>
          <p14:tracePt t="26876" x="2120900" y="3825875"/>
          <p14:tracePt t="26892" x="2120900" y="3859213"/>
          <p14:tracePt t="26893" x="2112963" y="3876675"/>
          <p14:tracePt t="26909" x="2112963" y="3976688"/>
          <p14:tracePt t="26925" x="2112963" y="4043363"/>
          <p14:tracePt t="26943" x="2112963" y="4125913"/>
          <p14:tracePt t="26959" x="2128838" y="4192588"/>
          <p14:tracePt t="26975" x="2138363" y="4235450"/>
          <p14:tracePt t="26992" x="2154238" y="4284663"/>
          <p14:tracePt t="27009" x="2162175" y="4310063"/>
          <p14:tracePt t="27026" x="2171700" y="4327525"/>
          <p14:tracePt t="27043" x="2171700" y="4343400"/>
          <p14:tracePt t="27044" x="2179638" y="4351338"/>
          <p14:tracePt t="27060" x="2187575" y="4368800"/>
          <p14:tracePt t="27076" x="2187575" y="4384675"/>
          <p14:tracePt t="27093" x="2205038" y="4402138"/>
          <p14:tracePt t="27110" x="2228850" y="4435475"/>
          <p14:tracePt t="27126" x="2271713" y="4460875"/>
          <p14:tracePt t="27143" x="2305050" y="4476750"/>
          <p14:tracePt t="27159" x="2363788" y="4494213"/>
          <p14:tracePt t="27176" x="2413000" y="4510088"/>
          <p14:tracePt t="27193" x="2455863" y="4519613"/>
          <p14:tracePt t="27210" x="2513013" y="4535488"/>
          <p14:tracePt t="27226" x="2622550" y="4535488"/>
          <p14:tracePt t="27243" x="2789238" y="4535488"/>
          <p14:tracePt t="27260" x="3155950" y="4343400"/>
          <p14:tracePt t="27277" x="3698875" y="4110038"/>
          <p14:tracePt t="27278" x="3924300" y="3976688"/>
          <p14:tracePt t="27293" x="4367213" y="3633788"/>
          <p14:tracePt t="27310" x="5010150" y="3132138"/>
          <p14:tracePt t="27326" x="5695950" y="2463800"/>
          <p14:tracePt t="27343" x="6421438" y="1787525"/>
          <p14:tracePt t="27360" x="7031038" y="1127125"/>
          <p14:tracePt t="27377" x="7389813" y="660400"/>
          <p14:tracePt t="27393" x="7540625" y="450850"/>
          <p14:tracePt t="27410" x="7607300" y="342900"/>
          <p14:tracePt t="27427" x="7624763" y="284163"/>
          <p14:tracePt t="27443" x="7624763" y="233363"/>
          <p14:tracePt t="27461" x="7599363" y="174625"/>
          <p14:tracePt t="27462" x="7566025" y="158750"/>
          <p14:tracePt t="27476" x="7415213" y="133350"/>
          <p14:tracePt t="27493" x="7240588" y="133350"/>
          <p14:tracePt t="27510" x="7064375" y="133350"/>
          <p14:tracePt t="27527" x="6981825" y="107950"/>
          <p14:tracePt t="27543" x="6938963" y="50800"/>
          <p14:tracePt t="27560" x="6915150" y="17463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28DF-A72F-F1EA-0636-ACE6DA00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Design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09F31-05EF-B408-5EF5-A18BAABFFD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848"/>
                <a:ext cx="10515600" cy="5157215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Turn’s ratio = 1</a:t>
                </a:r>
              </a:p>
              <a:p>
                <a:r>
                  <a:rPr lang="en-US" sz="1800" dirty="0"/>
                  <a:t>Allowed copper loss = 3% of 25W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𝑀𝑎𝑥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=</m:t>
                    </m:r>
                  </m:oMath>
                </a14:m>
                <a:r>
                  <a:rPr lang="en-US" sz="1800" dirty="0">
                    <a:effectLst/>
                    <a:latin typeface="Tahoma" panose="020B0604030504040204" pitchFamily="34" charset="0"/>
                    <a:ea typeface="MS Mincho" panose="02020609040205080304" pitchFamily="49" charset="-128"/>
                  </a:rPr>
                  <a:t> 250mT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𝑢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=0.4</m:t>
                    </m:r>
                  </m:oMath>
                </a14:m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𝑔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≥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𝜌</m:t>
                        </m:r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𝑀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𝑡𝑜𝑡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𝑀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,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𝑚𝑎𝑥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𝑚𝑎𝑥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𝑐𝑢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𝑢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8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1.724∗</m:t>
                            </m:r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−6</m:t>
                                </m:r>
                              </m:sup>
                            </m:s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𝛺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𝑐𝑚</m:t>
                            </m:r>
                          </m:e>
                        </m:d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6.3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𝑢𝐻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10.91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8.57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0.25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𝑇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0.75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𝑊</m:t>
                            </m:r>
                          </m:e>
                        </m:d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0.4</m:t>
                            </m:r>
                          </m:e>
                        </m:d>
                      </m:den>
                    </m:f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8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≥3.2∗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−3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𝑐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Tahoma" panose="020B0604030504040204" pitchFamily="34" charset="0"/>
                    <a:ea typeface="Times New Roman" panose="02020603050405020304" pitchFamily="18" charset="0"/>
                  </a:rPr>
                  <a:t> 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effectLst/>
                    <a:latin typeface="Tahoma" panose="020B0604030504040204" pitchFamily="34" charset="0"/>
                    <a:ea typeface="Times New Roman" panose="02020603050405020304" pitchFamily="18" charset="0"/>
                  </a:rPr>
                  <a:t>Select the PQ Core, type PQ20/16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𝑔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=22.4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∗</m:t>
                        </m:r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𝑀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𝑀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,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𝑚𝑎𝑥</m:t>
                            </m:r>
                          </m:sub>
                          <m:sup/>
                        </m:sSub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 </m:t>
                        </m:r>
                      </m:num>
                      <m:den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𝑚𝑎𝑥</m:t>
                            </m:r>
                          </m:sub>
                          <m:sup/>
                        </m:sSub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6.3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𝑢𝐻</m:t>
                            </m:r>
                          </m:e>
                        </m:d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8.57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/>
                        </m:sSup>
                      </m:num>
                      <m:den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0.25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𝑇</m:t>
                                </m:r>
                              </m:e>
                            </m:d>
                          </m:e>
                          <m:sup/>
                        </m:sSup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0.62 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ahoma" panose="020B0604030504040204" pitchFamily="34" charset="0"/>
                              </a:rPr>
                              <m:t>𝑐</m:t>
                            </m:r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ahoma" panose="020B060403050404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=3.48→4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𝑡𝑢𝑟𝑛𝑠</m:t>
                    </m:r>
                  </m:oMath>
                </a14:m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effectLst/>
                    <a:latin typeface="Tahoma" panose="020B0604030504040204" pitchFamily="34" charset="0"/>
                    <a:ea typeface="MS Mincho" panose="02020609040205080304" pitchFamily="49" charset="-128"/>
                  </a:rPr>
                  <a:t> 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=4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𝑡𝑢𝑟𝑛𝑠</m:t>
                    </m:r>
                  </m:oMath>
                </a14:m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𝑊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≤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0.53∗0.4∗0.256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=13.6∗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−3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𝑐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→17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𝐴𝑊𝐺</m:t>
                    </m:r>
                  </m:oMath>
                </a14:m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𝑊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≤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0.72∗0.4∗0.256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=18.4∗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−3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𝑐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→15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ahoma" panose="020B0604030504040204" pitchFamily="34" charset="0"/>
                      </a:rPr>
                      <m:t>𝐴𝑊𝐺</m:t>
                    </m:r>
                  </m:oMath>
                </a14:m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>
                  <a:spcBef>
                    <a:spcPts val="0"/>
                  </a:spcBef>
                </a:pPr>
                <a:r>
                  <a:rPr lang="en-US" sz="1800" dirty="0">
                    <a:effectLst/>
                    <a:latin typeface="Tahoma" panose="020B0604030504040204" pitchFamily="34" charset="0"/>
                    <a:ea typeface="MS Mincho" panose="02020609040205080304" pitchFamily="49" charset="-128"/>
                  </a:rPr>
                  <a:t>Choose 22AWG Wire for both primary and secondary turns so that they are next to each other and fit the bobbin width.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09F31-05EF-B408-5EF5-A18BAABFFD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848"/>
                <a:ext cx="10515600" cy="5157215"/>
              </a:xfrm>
              <a:blipFill>
                <a:blip r:embed="rId5"/>
                <a:stretch>
                  <a:fillRect l="-522" t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2F060535-83FE-30D6-C1B1-8EA765A8F5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52465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890"/>
    </mc:Choice>
    <mc:Fallback>
      <p:transition spd="slow" advTm="258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28" x="8355013" y="3922713"/>
          <p14:tracePt t="1136" x="8355013" y="3938588"/>
          <p14:tracePt t="1142" x="8362950" y="3954463"/>
          <p14:tracePt t="1392" x="8369300" y="3954463"/>
          <p14:tracePt t="1784" x="8339138" y="3900488"/>
          <p14:tracePt t="1791" x="8145463" y="3800475"/>
          <p14:tracePt t="1802" x="7791450" y="3668713"/>
          <p14:tracePt t="1819" x="6934200" y="3405188"/>
          <p14:tracePt t="1836" x="5497513" y="3043238"/>
          <p14:tracePt t="1853" x="3898900" y="2657475"/>
          <p14:tracePt t="1870" x="2617788" y="2401888"/>
          <p14:tracePt t="1886" x="1806575" y="2301875"/>
          <p14:tracePt t="1887" x="1606550" y="2270125"/>
          <p14:tracePt t="1903" x="1374775" y="2247900"/>
          <p14:tracePt t="1920" x="1312863" y="2247900"/>
          <p14:tracePt t="1937" x="1289050" y="2247900"/>
          <p14:tracePt t="1953" x="1281113" y="2247900"/>
          <p14:tracePt t="1970" x="1266825" y="2270125"/>
          <p14:tracePt t="1987" x="1258888" y="2309813"/>
          <p14:tracePt t="2003" x="1289050" y="2339975"/>
          <p14:tracePt t="2020" x="1328738" y="2339975"/>
          <p14:tracePt t="2036" x="1389063" y="2347913"/>
          <p14:tracePt t="2053" x="1498600" y="2347913"/>
          <p14:tracePt t="2070" x="1614488" y="2378075"/>
          <p14:tracePt t="2087" x="1706563" y="2425700"/>
          <p14:tracePt t="2103" x="1744663" y="2479675"/>
          <p14:tracePt t="2120" x="1798638" y="2555875"/>
          <p14:tracePt t="2137" x="1876425" y="2609850"/>
          <p14:tracePt t="2154" x="1992313" y="2695575"/>
          <p14:tracePt t="2170" x="1992313" y="2717800"/>
          <p14:tracePt t="2199" x="1968500" y="2695575"/>
          <p14:tracePt t="2206" x="1954213" y="2679700"/>
          <p14:tracePt t="2221" x="1946275" y="2671763"/>
          <p14:tracePt t="2295" x="1946275" y="2663825"/>
          <p14:tracePt t="2319" x="1960563" y="2657475"/>
          <p14:tracePt t="2327" x="1992313" y="2625725"/>
          <p14:tracePt t="2338" x="2070100" y="2587625"/>
          <p14:tracePt t="2354" x="2293938" y="2409825"/>
          <p14:tracePt t="2371" x="2486025" y="2208213"/>
          <p14:tracePt t="2388" x="2771775" y="1970088"/>
          <p14:tracePt t="2404" x="2925763" y="1846263"/>
          <p14:tracePt t="2421" x="3019425" y="1800225"/>
          <p14:tracePt t="2438" x="3057525" y="1792288"/>
          <p14:tracePt t="2439" x="3065463" y="1792288"/>
          <p14:tracePt t="2727" x="3081338" y="1776413"/>
          <p14:tracePt t="2735" x="3103563" y="1768475"/>
          <p14:tracePt t="2742" x="3157538" y="1744663"/>
          <p14:tracePt t="2755" x="3197225" y="1738313"/>
          <p14:tracePt t="2772" x="3211513" y="1722438"/>
          <p14:tracePt t="2789" x="3227388" y="1722438"/>
          <p14:tracePt t="2805" x="3227388" y="1706563"/>
          <p14:tracePt t="2928" x="3235325" y="1706563"/>
          <p14:tracePt t="3639" x="3243263" y="1684338"/>
          <p14:tracePt t="3647" x="3289300" y="1614488"/>
          <p14:tracePt t="3657" x="3305175" y="1590675"/>
          <p14:tracePt t="3675" x="3319463" y="1568450"/>
          <p14:tracePt t="3690" x="3343275" y="1552575"/>
          <p14:tracePt t="3707" x="3351213" y="1544638"/>
          <p14:tracePt t="3727" x="3351213" y="1528763"/>
          <p14:tracePt t="3743" x="3359150" y="1520825"/>
          <p14:tracePt t="3784" x="3359150" y="1506538"/>
          <p14:tracePt t="4081" x="3359150" y="1498600"/>
          <p14:tracePt t="4088" x="3327400" y="1498600"/>
          <p14:tracePt t="4095" x="3273425" y="1498600"/>
          <p14:tracePt t="4108" x="3259138" y="1506538"/>
          <p14:tracePt t="4125" x="3235325" y="1506538"/>
          <p14:tracePt t="4142" x="3211513" y="1506538"/>
          <p14:tracePt t="4158" x="3203575" y="1506538"/>
          <p14:tracePt t="4175" x="3181350" y="1506538"/>
          <p14:tracePt t="4176" x="3173413" y="1506538"/>
          <p14:tracePt t="4191" x="3135313" y="1506538"/>
          <p14:tracePt t="4208" x="3111500" y="1506538"/>
          <p14:tracePt t="4225" x="3103563" y="1506538"/>
          <p14:tracePt t="4242" x="3089275" y="1506538"/>
          <p14:tracePt t="4929" x="3081338" y="1506538"/>
          <p14:tracePt t="4935" x="3081338" y="1514475"/>
          <p14:tracePt t="5265" x="3081338" y="1520825"/>
          <p14:tracePt t="5287" x="3095625" y="1536700"/>
          <p14:tracePt t="5392" x="3103563" y="1536700"/>
          <p14:tracePt t="7552" x="3111500" y="1552575"/>
          <p14:tracePt t="7560" x="3143250" y="1676400"/>
          <p14:tracePt t="7567" x="3157538" y="1838325"/>
          <p14:tracePt t="7582" x="3211513" y="1938338"/>
          <p14:tracePt t="7599" x="3343275" y="2146300"/>
          <p14:tracePt t="7616" x="3367088" y="2185988"/>
          <p14:tracePt t="7617" x="3421063" y="2270125"/>
          <p14:tracePt t="7632" x="3529013" y="2393950"/>
          <p14:tracePt t="7649" x="3613150" y="2471738"/>
          <p14:tracePt t="7666" x="3675063" y="2547938"/>
          <p14:tracePt t="7683" x="3706813" y="2571750"/>
          <p14:tracePt t="7768" x="3721100" y="2571750"/>
          <p14:tracePt t="7776" x="3736975" y="2563813"/>
          <p14:tracePt t="7784" x="3736975" y="2547938"/>
          <p14:tracePt t="7800" x="3736975" y="2525713"/>
          <p14:tracePt t="7816" x="3721100" y="2479675"/>
          <p14:tracePt t="8593" x="3721100" y="2471738"/>
          <p14:tracePt t="8599" x="3721100" y="2463800"/>
          <p14:tracePt t="8864" x="3706813" y="2471738"/>
          <p14:tracePt t="8880" x="3683000" y="2486025"/>
          <p14:tracePt t="8887" x="3675063" y="2493963"/>
          <p14:tracePt t="8902" x="3667125" y="2501900"/>
          <p14:tracePt t="8918" x="3644900" y="2541588"/>
          <p14:tracePt t="8935" x="3636963" y="2617788"/>
          <p14:tracePt t="8952" x="3621088" y="2733675"/>
          <p14:tracePt t="8968" x="3659188" y="3027363"/>
          <p14:tracePt t="8986" x="3721100" y="3251200"/>
          <p14:tracePt t="9002" x="3814763" y="3444875"/>
          <p14:tracePt t="9019" x="3944938" y="3668713"/>
          <p14:tracePt t="9036" x="4038600" y="3806825"/>
          <p14:tracePt t="9052" x="4130675" y="3892550"/>
          <p14:tracePt t="9069" x="4230688" y="3946525"/>
          <p14:tracePt t="9085" x="4262438" y="3970338"/>
          <p14:tracePt t="9102" x="4284663" y="3992563"/>
          <p14:tracePt t="9118" x="4308475" y="4016375"/>
          <p14:tracePt t="9136" x="4316413" y="4016375"/>
          <p14:tracePt t="9161" x="4308475" y="4038600"/>
          <p14:tracePt t="9169" x="4292600" y="4038600"/>
          <p14:tracePt t="9186" x="4254500" y="4046538"/>
          <p14:tracePt t="9203" x="4184650" y="4070350"/>
          <p14:tracePt t="9219" x="4108450" y="4092575"/>
          <p14:tracePt t="9236" x="4022725" y="4124325"/>
          <p14:tracePt t="9253" x="3938588" y="4162425"/>
          <p14:tracePt t="9269" x="3860800" y="4216400"/>
          <p14:tracePt t="9286" x="3822700" y="4240213"/>
          <p14:tracePt t="9303" x="3798888" y="4256088"/>
          <p14:tracePt t="9353" x="3790950" y="4262438"/>
          <p14:tracePt t="9359" x="3775075" y="4278313"/>
          <p14:tracePt t="9561" x="3775075" y="4270375"/>
          <p14:tracePt t="9576" x="3736975" y="4270375"/>
          <p14:tracePt t="9584" x="3721100" y="4270375"/>
          <p14:tracePt t="9592" x="3706813" y="4270375"/>
          <p14:tracePt t="9603" x="3675063" y="4270375"/>
          <p14:tracePt t="9620" x="3559175" y="4270375"/>
          <p14:tracePt t="9636" x="3351213" y="4270375"/>
          <p14:tracePt t="9653" x="3019425" y="4270375"/>
          <p14:tracePt t="9670" x="2593975" y="4270375"/>
          <p14:tracePt t="9687" x="2262188" y="4270375"/>
          <p14:tracePt t="9704" x="2070100" y="4270375"/>
          <p14:tracePt t="9704" x="2014538" y="4270375"/>
          <p14:tracePt t="9720" x="1946275" y="4286250"/>
          <p14:tracePt t="9721" x="1922463" y="4294188"/>
          <p14:tracePt t="9736" x="1900238" y="4294188"/>
          <p14:tracePt t="9753" x="1868488" y="4316413"/>
          <p14:tracePt t="9770" x="1844675" y="4316413"/>
          <p14:tracePt t="9787" x="1822450" y="4332288"/>
          <p14:tracePt t="9804" x="1798638" y="4348163"/>
          <p14:tracePt t="9821" x="1722438" y="4378325"/>
          <p14:tracePt t="9837" x="1606550" y="4402138"/>
          <p14:tracePt t="9854" x="1428750" y="4402138"/>
          <p14:tracePt t="9855" x="1358900" y="4402138"/>
          <p14:tracePt t="9871" x="1304925" y="4394200"/>
          <p14:tracePt t="9887" x="1173163" y="4394200"/>
          <p14:tracePt t="9905" x="1127125" y="4394200"/>
          <p14:tracePt t="9921" x="1119188" y="4394200"/>
          <p14:tracePt t="9937" x="1089025" y="4402138"/>
          <p14:tracePt t="9955" x="1065213" y="4456113"/>
          <p14:tracePt t="9971" x="1035050" y="4518025"/>
          <p14:tracePt t="9987" x="1035050" y="4572000"/>
          <p14:tracePt t="10004" x="1035050" y="4618038"/>
          <p14:tracePt t="10021" x="1035050" y="4649788"/>
          <p14:tracePt t="10037" x="1042988" y="4664075"/>
          <p14:tracePt t="10768" x="1089025" y="4687888"/>
          <p14:tracePt t="10776" x="1143000" y="4741863"/>
          <p14:tracePt t="10784" x="1173163" y="4795838"/>
          <p14:tracePt t="10792" x="1212850" y="4849813"/>
          <p14:tracePt t="10806" x="1258888" y="4935538"/>
          <p14:tracePt t="10823" x="1343025" y="5089525"/>
          <p14:tracePt t="10840" x="1412875" y="5221288"/>
          <p14:tracePt t="10840" x="1444625" y="5297488"/>
          <p14:tracePt t="10856" x="1450975" y="5321300"/>
          <p14:tracePt t="10857" x="1466850" y="5351463"/>
          <p14:tracePt t="10872" x="1466850" y="5383213"/>
          <p14:tracePt t="10889" x="1466850" y="5399088"/>
          <p14:tracePt t="10906" x="1466850" y="5405438"/>
          <p14:tracePt t="10923" x="1466850" y="5413375"/>
          <p14:tracePt t="10940" x="1458913" y="5437188"/>
          <p14:tracePt t="10956" x="1458913" y="5467350"/>
          <p14:tracePt t="10973" x="1458913" y="5507038"/>
          <p14:tracePt t="10990" x="1458913" y="5529263"/>
          <p14:tracePt t="11007" x="1458913" y="5553075"/>
          <p14:tracePt t="11072" x="1458913" y="5561013"/>
          <p14:tracePt t="11080" x="1504950" y="5561013"/>
          <p14:tracePt t="11089" x="1566863" y="5545138"/>
          <p14:tracePt t="11107" x="1636713" y="5467350"/>
          <p14:tracePt t="11124" x="1652588" y="5421313"/>
          <p14:tracePt t="11140" x="1674813" y="5405438"/>
          <p14:tracePt t="11157" x="1674813" y="5399088"/>
          <p14:tracePt t="11174" x="1674813" y="5391150"/>
          <p14:tracePt t="11329" x="1674813" y="5383213"/>
          <p14:tracePt t="11361" x="1682750" y="5367338"/>
          <p14:tracePt t="11393" x="1690688" y="5359400"/>
          <p14:tracePt t="11409" x="1690688" y="5351463"/>
          <p14:tracePt t="11416" x="1698625" y="5351463"/>
          <p14:tracePt t="11432" x="1706563" y="5351463"/>
          <p14:tracePt t="11440" x="1714500" y="5343525"/>
          <p14:tracePt t="11457" x="1736725" y="5313363"/>
          <p14:tracePt t="11475" x="1760538" y="5275263"/>
          <p14:tracePt t="11491" x="1776413" y="5251450"/>
          <p14:tracePt t="11508" x="1784350" y="5235575"/>
          <p14:tracePt t="11524" x="1790700" y="5205413"/>
          <p14:tracePt t="11541" x="1814513" y="5189538"/>
          <p14:tracePt t="11558" x="1814513" y="5181600"/>
          <p14:tracePt t="11592" x="1814513" y="5173663"/>
          <p14:tracePt t="11729" x="1822450" y="5167313"/>
          <p14:tracePt t="12145" x="1838325" y="5167313"/>
          <p14:tracePt t="12153" x="1860550" y="5151438"/>
          <p14:tracePt t="12160" x="1914525" y="5151438"/>
          <p14:tracePt t="12175" x="1984375" y="5151438"/>
          <p14:tracePt t="12192" x="2108200" y="5151438"/>
          <p14:tracePt t="12209" x="2239963" y="5151438"/>
          <p14:tracePt t="12226" x="2278063" y="5151438"/>
          <p14:tracePt t="12272" x="2293938" y="5143500"/>
          <p14:tracePt t="12280" x="2324100" y="5143500"/>
          <p14:tracePt t="12288" x="2370138" y="5143500"/>
          <p14:tracePt t="12296" x="2416175" y="5143500"/>
          <p14:tracePt t="12309" x="2470150" y="5143500"/>
          <p14:tracePt t="12326" x="2517775" y="5143500"/>
          <p14:tracePt t="12343" x="2532063" y="5143500"/>
          <p14:tracePt t="12409" x="2555875" y="5143500"/>
          <p14:tracePt t="12416" x="2571750" y="5135563"/>
          <p14:tracePt t="12426" x="2601913" y="5135563"/>
          <p14:tracePt t="12443" x="2625725" y="5135563"/>
          <p14:tracePt t="12460" x="2663825" y="5135563"/>
          <p14:tracePt t="12476" x="2679700" y="5143500"/>
          <p14:tracePt t="12493" x="2709863" y="5143500"/>
          <p14:tracePt t="12509" x="2803525" y="5143500"/>
          <p14:tracePt t="12526" x="2933700" y="5143500"/>
          <p14:tracePt t="12544" x="3057525" y="5105400"/>
          <p14:tracePt t="12544" x="3111500" y="5073650"/>
          <p14:tracePt t="12560" x="3197225" y="5011738"/>
          <p14:tracePt t="12577" x="3235325" y="4989513"/>
          <p14:tracePt t="12577" x="3251200" y="4981575"/>
          <p14:tracePt t="12593" x="3273425" y="4981575"/>
          <p14:tracePt t="12610" x="3281363" y="4965700"/>
          <p14:tracePt t="13793" x="3289300" y="4965700"/>
          <p14:tracePt t="13800" x="3305175" y="4957763"/>
          <p14:tracePt t="13808" x="3313113" y="4957763"/>
          <p14:tracePt t="13829" x="3319463" y="4943475"/>
          <p14:tracePt t="15753" x="3297238" y="4949825"/>
          <p14:tracePt t="15761" x="3273425" y="4949825"/>
          <p14:tracePt t="15768" x="3243263" y="4965700"/>
          <p14:tracePt t="15783" x="3227388" y="4965700"/>
          <p14:tracePt t="15800" x="3197225" y="4981575"/>
          <p14:tracePt t="15891" x="3173413" y="4981575"/>
          <p14:tracePt t="15905" x="3165475" y="4981575"/>
          <p14:tracePt t="16313" x="3127375" y="5003800"/>
          <p14:tracePt t="16321" x="3111500" y="5003800"/>
          <p14:tracePt t="16328" x="3057525" y="5011738"/>
          <p14:tracePt t="16337" x="2957513" y="5003800"/>
          <p14:tracePt t="16351" x="2863850" y="4989513"/>
          <p14:tracePt t="16368" x="2671763" y="4973638"/>
          <p14:tracePt t="16385" x="2478088" y="4949825"/>
          <p14:tracePt t="16401" x="2014538" y="4949825"/>
          <p14:tracePt t="16418" x="1744663" y="5011738"/>
          <p14:tracePt t="16435" x="1558925" y="5143500"/>
          <p14:tracePt t="16452" x="1458913" y="5283200"/>
          <p14:tracePt t="16468" x="1397000" y="5429250"/>
          <p14:tracePt t="16485" x="1389063" y="5491163"/>
          <p14:tracePt t="16502" x="1382713" y="5529263"/>
          <p14:tracePt t="16518" x="1374775" y="5561013"/>
          <p14:tracePt t="16535" x="1366838" y="5591175"/>
          <p14:tracePt t="16552" x="1366838" y="5629275"/>
          <p14:tracePt t="16568" x="1366838" y="5637213"/>
          <p14:tracePt t="16593" x="1366838" y="5653088"/>
          <p14:tracePt t="16602" x="1374775" y="5653088"/>
          <p14:tracePt t="16619" x="1374775" y="5661025"/>
          <p14:tracePt t="16636" x="1389063" y="5684838"/>
          <p14:tracePt t="16652" x="1389063" y="5691188"/>
          <p14:tracePt t="16669" x="1404938" y="5715000"/>
          <p14:tracePt t="16689" x="1404938" y="5722938"/>
          <p14:tracePt t="16746" x="1404938" y="5768975"/>
          <p14:tracePt t="16753" x="1404938" y="5807075"/>
          <p14:tracePt t="16761" x="1420813" y="5854700"/>
          <p14:tracePt t="16769" x="1450975" y="5908675"/>
          <p14:tracePt t="16786" x="1482725" y="5992813"/>
          <p14:tracePt t="16802" x="1520825" y="6078538"/>
          <p14:tracePt t="16819" x="1536700" y="6124575"/>
          <p14:tracePt t="16836" x="1558925" y="6162675"/>
          <p14:tracePt t="16852" x="1566863" y="6170613"/>
          <p14:tracePt t="16869" x="1582738" y="6178550"/>
          <p14:tracePt t="16886" x="1598613" y="6186488"/>
          <p14:tracePt t="16903" x="1606550" y="6186488"/>
          <p14:tracePt t="16921" x="1620838" y="6186488"/>
          <p14:tracePt t="16938" x="1636713" y="6186488"/>
          <p14:tracePt t="16953" x="1652588" y="6162675"/>
          <p14:tracePt t="16970" x="1652588" y="6154738"/>
          <p14:tracePt t="17186" x="1660525" y="6140450"/>
          <p14:tracePt t="17193" x="1674813" y="6124575"/>
          <p14:tracePt t="17203" x="1682750" y="6124575"/>
          <p14:tracePt t="17249" x="1698625" y="6124575"/>
          <p14:tracePt t="17257" x="1706563" y="6116638"/>
          <p14:tracePt t="17265" x="1736725" y="6116638"/>
          <p14:tracePt t="17273" x="1768475" y="6116638"/>
          <p14:tracePt t="17287" x="1798638" y="6116638"/>
          <p14:tracePt t="17303" x="1876425" y="6116638"/>
          <p14:tracePt t="17320" x="1954213" y="6132513"/>
          <p14:tracePt t="17337" x="2046288" y="6140450"/>
          <p14:tracePt t="17354" x="2138363" y="6146800"/>
          <p14:tracePt t="17370" x="2162175" y="6146800"/>
          <p14:tracePt t="17387" x="2170113" y="6146800"/>
          <p14:tracePt t="17404" x="2178050" y="6146800"/>
          <p14:tracePt t="17421" x="2184400" y="6146800"/>
          <p14:tracePt t="17499" x="2192338" y="6146800"/>
          <p14:tracePt t="17513" x="2208213" y="6146800"/>
          <p14:tracePt t="17521" x="2216150" y="6140450"/>
          <p14:tracePt t="17538" x="2232025" y="6140450"/>
          <p14:tracePt t="17554" x="2239963" y="6132513"/>
          <p14:tracePt t="17761" x="2254250" y="6132513"/>
          <p14:tracePt t="17769" x="2262188" y="6132513"/>
          <p14:tracePt t="17777" x="2278063" y="6116638"/>
          <p14:tracePt t="18801" x="2332038" y="6116638"/>
          <p14:tracePt t="18809" x="2455863" y="6116638"/>
          <p14:tracePt t="18817" x="2687638" y="6116638"/>
          <p14:tracePt t="18841" x="3482975" y="6116638"/>
          <p14:tracePt t="18857" x="3675063" y="6116638"/>
          <p14:tracePt t="18874" x="3914775" y="6116638"/>
          <p14:tracePt t="18891" x="3960813" y="6116638"/>
          <p14:tracePt t="19210" x="3992563" y="6116638"/>
          <p14:tracePt t="19218" x="4108450" y="6116638"/>
          <p14:tracePt t="19225" x="4230688" y="6116638"/>
          <p14:tracePt t="19241" x="4370388" y="6124575"/>
          <p14:tracePt t="19242" x="4486275" y="6140450"/>
          <p14:tracePt t="19257" x="4678363" y="6162675"/>
          <p14:tracePt t="19274" x="4725988" y="6162675"/>
          <p14:tracePt t="19292" x="4733925" y="6162675"/>
          <p14:tracePt t="22492" x="4787900" y="6162675"/>
          <p14:tracePt t="22500" x="4879975" y="6154738"/>
          <p14:tracePt t="22506" x="5057775" y="6154738"/>
          <p14:tracePt t="22515" x="5459413" y="6178550"/>
          <p14:tracePt t="22532" x="6192838" y="6278563"/>
          <p14:tracePt t="22548" x="6918325" y="6364288"/>
          <p14:tracePt t="22566" x="7412038" y="6456363"/>
          <p14:tracePt t="22582" x="7581900" y="6472238"/>
          <p14:tracePt t="22598" x="7683500" y="6486525"/>
          <p14:tracePt t="22615" x="7737475" y="6502400"/>
          <p14:tracePt t="22632" x="7751763" y="6502400"/>
          <p14:tracePt t="22772" x="7759700" y="6502400"/>
          <p14:tracePt t="22779" x="7737475" y="6494463"/>
          <p14:tracePt t="22786" x="7675563" y="6486525"/>
          <p14:tracePt t="22798" x="7651750" y="6486525"/>
          <p14:tracePt t="22815" x="7643813" y="6486525"/>
          <p14:tracePt t="22833" x="7643813" y="6480175"/>
          <p14:tracePt t="22849" x="7643813" y="6472238"/>
          <p14:tracePt t="23011" x="7659688" y="6472238"/>
          <p14:tracePt t="23026" x="7667625" y="6472238"/>
          <p14:tracePt t="23034" x="7675563" y="6472238"/>
          <p14:tracePt t="23050" x="7697788" y="6472238"/>
          <p14:tracePt t="23067" x="7705725" y="6464300"/>
          <p14:tracePt t="23083" x="7813675" y="6432550"/>
          <p14:tracePt t="23100" x="7829550" y="6426200"/>
          <p14:tracePt t="23123" x="7845425" y="6418263"/>
          <p14:tracePt t="23133" x="7891463" y="6402388"/>
          <p14:tracePt t="23150" x="8077200" y="6372225"/>
          <p14:tracePt t="23167" x="8369300" y="6364288"/>
          <p14:tracePt t="23183" x="8632825" y="6348413"/>
          <p14:tracePt t="23200" x="8910638" y="6348413"/>
          <p14:tracePt t="23217" x="9096375" y="6348413"/>
          <p14:tracePt t="23218" x="9172575" y="6348413"/>
          <p14:tracePt t="23233" x="9258300" y="6348413"/>
          <p14:tracePt t="23250" x="9412288" y="6348413"/>
          <p14:tracePt t="23267" x="9544050" y="6348413"/>
          <p14:tracePt t="23268" x="9620250" y="6332538"/>
          <p14:tracePt t="23283" x="9721850" y="6316663"/>
          <p14:tracePt t="23301" x="9752013" y="6310313"/>
          <p14:tracePt t="23317" x="9759950" y="6302375"/>
          <p14:tracePt t="24884" x="9752013" y="6302375"/>
          <p14:tracePt t="24891" x="9713913" y="6310313"/>
          <p14:tracePt t="24898" x="9652000" y="6316663"/>
          <p14:tracePt t="24920" x="9582150" y="6348413"/>
          <p14:tracePt t="24937" x="9520238" y="6372225"/>
          <p14:tracePt t="24954" x="9490075" y="6378575"/>
          <p14:tracePt t="25011" x="9482138" y="6378575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28DF-A72F-F1EA-0636-ACE6DA00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Design (2)</a:t>
            </a:r>
          </a:p>
        </p:txBody>
      </p:sp>
      <p:pic>
        <p:nvPicPr>
          <p:cNvPr id="6" name="Content Placeholder 5" descr="A close up of a circuit board&#10;&#10;Description automatically generated">
            <a:extLst>
              <a:ext uri="{FF2B5EF4-FFF2-40B4-BE49-F238E27FC236}">
                <a16:creationId xmlns:a16="http://schemas.microsoft.com/office/drawing/2014/main" id="{8C2FDAF8-5904-FBC1-F89C-EC020C398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687208" y="1406909"/>
            <a:ext cx="4666592" cy="45205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E2D3E7-EDD5-E26F-2BA9-90A6512A1062}"/>
              </a:ext>
            </a:extLst>
          </p:cNvPr>
          <p:cNvSpPr txBox="1"/>
          <p:nvPr/>
        </p:nvSpPr>
        <p:spPr>
          <a:xfrm>
            <a:off x="838200" y="1690688"/>
            <a:ext cx="5257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winding: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clockwise for 4 turns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Start from bottom end at the top of bobbin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Secondary winding: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Start from the other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clockwise so that the 1</a:t>
            </a:r>
            <a:r>
              <a:rPr lang="en-US" baseline="30000" dirty="0"/>
              <a:t>st</a:t>
            </a:r>
            <a:r>
              <a:rPr lang="en-US" dirty="0"/>
              <a:t> turn of the secondary copper is next to the 1</a:t>
            </a:r>
            <a:r>
              <a:rPr lang="en-US" baseline="30000" dirty="0"/>
              <a:t>st</a:t>
            </a:r>
            <a:r>
              <a:rPr lang="en-US" dirty="0"/>
              <a:t> turn of the primary copper and so 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Start from bottom end at the top of bobbin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1 layer of Kapton tape at the center of the core then measure the inductance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 until the measured inductance matched with desired value.</a:t>
            </a:r>
          </a:p>
        </p:txBody>
      </p:sp>
      <p:pic>
        <p:nvPicPr>
          <p:cNvPr id="40" name="Audio 39">
            <a:hlinkClick r:id="" action="ppaction://media"/>
            <a:extLst>
              <a:ext uri="{FF2B5EF4-FFF2-40B4-BE49-F238E27FC236}">
                <a16:creationId xmlns:a16="http://schemas.microsoft.com/office/drawing/2014/main" id="{860D88AB-06BB-61BF-895C-E88DA85E1C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73577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591"/>
    </mc:Choice>
    <mc:Fallback>
      <p:transition spd="slow" advTm="405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63" x="5153025" y="6524625"/>
          <p14:tracePt t="1135" x="6764338" y="6740525"/>
          <p14:tracePt t="1143" x="6880225" y="6657975"/>
          <p14:tracePt t="1159" x="7015163" y="6581775"/>
          <p14:tracePt t="1175" x="7264400" y="6448425"/>
          <p14:tracePt t="1192" x="7466013" y="6356350"/>
          <p14:tracePt t="1209" x="7548563" y="6307138"/>
          <p14:tracePt t="1225" x="7607300" y="6273800"/>
          <p14:tracePt t="1242" x="7666038" y="6240463"/>
          <p14:tracePt t="1259" x="7691438" y="6223000"/>
          <p14:tracePt t="1276" x="7699375" y="6215063"/>
          <p14:tracePt t="1292" x="7732713" y="6197600"/>
          <p14:tracePt t="1309" x="7773988" y="6181725"/>
          <p14:tracePt t="1326" x="7824788" y="6164263"/>
          <p14:tracePt t="1342" x="7850188" y="6130925"/>
          <p14:tracePt t="1343" x="7850188" y="6122988"/>
          <p14:tracePt t="1359" x="7850188" y="6089650"/>
          <p14:tracePt t="1360" x="7850188" y="6048375"/>
          <p14:tracePt t="1376" x="7816850" y="5997575"/>
          <p14:tracePt t="1504" x="7807325" y="5997575"/>
          <p14:tracePt t="1624" x="7807325" y="6005513"/>
          <p14:tracePt t="1647" x="7807325" y="6015038"/>
          <p14:tracePt t="1655" x="7799388" y="6022975"/>
          <p14:tracePt t="1704" x="7791450" y="6022975"/>
          <p14:tracePt t="1823" x="7824788" y="6022975"/>
          <p14:tracePt t="1831" x="7883525" y="5981700"/>
          <p14:tracePt t="1839" x="7958138" y="5922963"/>
          <p14:tracePt t="1860" x="8134350" y="5797550"/>
          <p14:tracePt t="1877" x="8509000" y="5554663"/>
          <p14:tracePt t="1894" x="8759825" y="5462588"/>
          <p14:tracePt t="1910" x="8951913" y="5403850"/>
          <p14:tracePt t="1927" x="9110663" y="5387975"/>
          <p14:tracePt t="1928" x="9136063" y="5387975"/>
          <p14:tracePt t="1944" x="9144000" y="5387975"/>
          <p14:tracePt t="2160" x="9169400" y="5370513"/>
          <p14:tracePt t="2167" x="9236075" y="5362575"/>
          <p14:tracePt t="2178" x="9294813" y="5362575"/>
          <p14:tracePt t="2194" x="9361488" y="5362575"/>
          <p14:tracePt t="2211" x="9394825" y="5362575"/>
          <p14:tracePt t="2248" x="9402763" y="5346700"/>
          <p14:tracePt t="2320" x="9402763" y="5370513"/>
          <p14:tracePt t="2327" x="9453563" y="5413375"/>
          <p14:tracePt t="2343" x="9444038" y="5413375"/>
          <p14:tracePt t="2496" x="9444038" y="5387975"/>
          <p14:tracePt t="2503" x="9444038" y="5362575"/>
          <p14:tracePt t="2512" x="9444038" y="5321300"/>
          <p14:tracePt t="2528" x="9477375" y="5203825"/>
          <p14:tracePt t="2545" x="9536113" y="5070475"/>
          <p14:tracePt t="2562" x="9569450" y="4852988"/>
          <p14:tracePt t="2579" x="9578975" y="4660900"/>
          <p14:tracePt t="2595" x="9578975" y="4519613"/>
          <p14:tracePt t="2612" x="9586913" y="4460875"/>
          <p14:tracePt t="2628" x="9586913" y="4427538"/>
          <p14:tracePt t="2646" x="9594850" y="4410075"/>
          <p14:tracePt t="2992" x="9602788" y="4410075"/>
          <p14:tracePt t="2999" x="9636125" y="4427538"/>
          <p14:tracePt t="3024" x="9653588" y="4427538"/>
          <p14:tracePt t="3224" x="9653588" y="4435475"/>
          <p14:tracePt t="3231" x="9661525" y="4435475"/>
          <p14:tracePt t="3247" x="9669463" y="4452938"/>
          <p14:tracePt t="3255" x="9678988" y="4452938"/>
          <p14:tracePt t="3320" x="9686925" y="4460875"/>
          <p14:tracePt t="3936" x="9678988" y="4460875"/>
          <p14:tracePt t="3960" x="9661525" y="4468813"/>
          <p14:tracePt t="3984" x="9636125" y="4476750"/>
          <p14:tracePt t="3991" x="9620250" y="4494213"/>
          <p14:tracePt t="3999" x="9594850" y="4494213"/>
          <p14:tracePt t="4016" x="9586913" y="4502150"/>
          <p14:tracePt t="4031" x="9586913" y="4510088"/>
          <p14:tracePt t="4112" x="9569450" y="4510088"/>
          <p14:tracePt t="4120" x="9544050" y="4510088"/>
          <p14:tracePt t="4128" x="9536113" y="4510088"/>
          <p14:tracePt t="4149" x="9469438" y="4502150"/>
          <p14:tracePt t="4165" x="9410700" y="4494213"/>
          <p14:tracePt t="4182" x="9394825" y="4486275"/>
          <p14:tracePt t="4199" x="9386888" y="4486275"/>
          <p14:tracePt t="4394" x="9377363" y="4486275"/>
          <p14:tracePt t="4401" x="9361488" y="4486275"/>
          <p14:tracePt t="4408" x="9336088" y="4486275"/>
          <p14:tracePt t="4433" x="9277350" y="4460875"/>
          <p14:tracePt t="4449" x="9269413" y="4460875"/>
          <p14:tracePt t="4466" x="9269413" y="4452938"/>
          <p14:tracePt t="4483" x="9261475" y="4452938"/>
          <p14:tracePt t="4545" x="9251950" y="4443413"/>
          <p14:tracePt t="4689" x="9261475" y="4443413"/>
          <p14:tracePt t="4761" x="9251950" y="4443413"/>
          <p14:tracePt t="4793" x="9236075" y="4443413"/>
          <p14:tracePt t="4801" x="9228138" y="4443413"/>
          <p14:tracePt t="4825" x="9210675" y="4435475"/>
          <p14:tracePt t="4832" x="9194800" y="4435475"/>
          <p14:tracePt t="4840" x="9177338" y="4435475"/>
          <p14:tracePt t="4850" x="9151938" y="4435475"/>
          <p14:tracePt t="4867" x="9144000" y="4427538"/>
          <p14:tracePt t="4884" x="9136063" y="4427538"/>
          <p14:tracePt t="4900" x="9126538" y="4419600"/>
          <p14:tracePt t="4917" x="9118600" y="4410075"/>
          <p14:tracePt t="4934" x="9102725" y="4394200"/>
          <p14:tracePt t="4951" x="9093200" y="4394200"/>
          <p14:tracePt t="4967" x="9077325" y="4384675"/>
          <p14:tracePt t="4968" x="9069388" y="4376738"/>
          <p14:tracePt t="4984" x="9059863" y="4376738"/>
          <p14:tracePt t="5008" x="9059863" y="4368800"/>
          <p14:tracePt t="5025" x="9059863" y="4360863"/>
          <p14:tracePt t="5034" x="9059863" y="4351338"/>
          <p14:tracePt t="5051" x="9059863" y="4335463"/>
          <p14:tracePt t="5067" x="9059863" y="4318000"/>
          <p14:tracePt t="5084" x="9043988" y="4302125"/>
          <p14:tracePt t="5101" x="9036050" y="4276725"/>
          <p14:tracePt t="5118" x="9026525" y="4251325"/>
          <p14:tracePt t="5134" x="9026525" y="4235450"/>
          <p14:tracePt t="5151" x="9026525" y="4217988"/>
          <p14:tracePt t="5168" x="9026525" y="4210050"/>
          <p14:tracePt t="5185" x="9026525" y="4192588"/>
          <p14:tracePt t="5201" x="9026525" y="4184650"/>
          <p14:tracePt t="5218" x="9026525" y="4176713"/>
          <p14:tracePt t="5234" x="9026525" y="4168775"/>
          <p14:tracePt t="5251" x="9026525" y="4159250"/>
          <p14:tracePt t="5268" x="9026525" y="4151313"/>
          <p14:tracePt t="5285" x="9026525" y="4143375"/>
          <p14:tracePt t="5301" x="9026525" y="4135438"/>
          <p14:tracePt t="5385" x="9026525" y="4125913"/>
          <p14:tracePt t="5609" x="9026525" y="4117975"/>
          <p14:tracePt t="5616" x="9026525" y="4110038"/>
          <p14:tracePt t="5624" x="9026525" y="4102100"/>
          <p14:tracePt t="5635" x="9026525" y="4092575"/>
          <p14:tracePt t="5652" x="9018588" y="4084638"/>
          <p14:tracePt t="5669" x="9010650" y="4084638"/>
          <p14:tracePt t="5913" x="9010650" y="4076700"/>
          <p14:tracePt t="5920" x="9002713" y="4068763"/>
          <p14:tracePt t="5928" x="8985250" y="4051300"/>
          <p14:tracePt t="5937" x="8977313" y="4033838"/>
          <p14:tracePt t="5953" x="8943975" y="4010025"/>
          <p14:tracePt t="5969" x="8926513" y="4000500"/>
          <p14:tracePt t="5986" x="8901113" y="3984625"/>
          <p14:tracePt t="6513" x="8901113" y="3976688"/>
          <p14:tracePt t="6521" x="8885238" y="3951288"/>
          <p14:tracePt t="6536" x="8877300" y="3943350"/>
          <p14:tracePt t="6544" x="8867775" y="3933825"/>
          <p14:tracePt t="6554" x="8859838" y="3933825"/>
          <p14:tracePt t="6571" x="8851900" y="3925888"/>
          <p14:tracePt t="6587" x="8843963" y="3917950"/>
          <p14:tracePt t="6604" x="8843963" y="3910013"/>
          <p14:tracePt t="6621" x="8834438" y="3900488"/>
          <p14:tracePt t="6639" x="8834438" y="3892550"/>
          <p14:tracePt t="6654" x="8826500" y="3884613"/>
          <p14:tracePt t="6671" x="8826500" y="3876675"/>
          <p14:tracePt t="6721" x="8810625" y="3859213"/>
          <p14:tracePt t="6728" x="8793163" y="3841750"/>
          <p14:tracePt t="6745" x="8777288" y="3817938"/>
          <p14:tracePt t="6760" x="8767763" y="3808413"/>
          <p14:tracePt t="8050" x="8767763" y="3792538"/>
          <p14:tracePt t="8056" x="8801100" y="3792538"/>
          <p14:tracePt t="8064" x="8843963" y="3784600"/>
          <p14:tracePt t="8074" x="8885238" y="3784600"/>
          <p14:tracePt t="8091" x="8934450" y="3784600"/>
          <p14:tracePt t="8107" x="8959850" y="3784600"/>
          <p14:tracePt t="8124" x="8959850" y="3775075"/>
          <p14:tracePt t="8141" x="8969375" y="3775075"/>
          <p14:tracePt t="8158" x="8993188" y="3775075"/>
          <p14:tracePt t="8174" x="9036050" y="3767138"/>
          <p14:tracePt t="8191" x="9059863" y="3767138"/>
          <p14:tracePt t="8209" x="9085263" y="3767138"/>
          <p14:tracePt t="8209" x="9102725" y="3767138"/>
          <p14:tracePt t="8224" x="9110663" y="3767138"/>
          <p14:tracePt t="8225" x="9136063" y="3767138"/>
          <p14:tracePt t="8241" x="9177338" y="3767138"/>
          <p14:tracePt t="8258" x="9244013" y="3767138"/>
          <p14:tracePt t="8274" x="9302750" y="3767138"/>
          <p14:tracePt t="8291" x="9369425" y="3767138"/>
          <p14:tracePt t="8308" x="9428163" y="3767138"/>
          <p14:tracePt t="8325" x="9494838" y="3767138"/>
          <p14:tracePt t="8341" x="9586913" y="3767138"/>
          <p14:tracePt t="8358" x="9645650" y="3759200"/>
          <p14:tracePt t="8375" x="9686925" y="3751263"/>
          <p14:tracePt t="8391" x="9702800" y="3751263"/>
          <p14:tracePt t="8408" x="9712325" y="3751263"/>
          <p14:tracePt t="8577" x="9702800" y="3759200"/>
          <p14:tracePt t="8593" x="9694863" y="3767138"/>
          <p14:tracePt t="8600" x="9678988" y="3767138"/>
          <p14:tracePt t="8616" x="9661525" y="3767138"/>
          <p14:tracePt t="8625" x="9645650" y="3784600"/>
          <p14:tracePt t="8642" x="9620250" y="3784600"/>
          <p14:tracePt t="8658" x="9578975" y="3792538"/>
          <p14:tracePt t="8675" x="9528175" y="3792538"/>
          <p14:tracePt t="8692" x="9469438" y="3792538"/>
          <p14:tracePt t="8709" x="9420225" y="3792538"/>
          <p14:tracePt t="8726" x="9386888" y="3792538"/>
          <p14:tracePt t="9233" x="9353550" y="3792538"/>
          <p14:tracePt t="9241" x="9318625" y="3784600"/>
          <p14:tracePt t="9249" x="9236075" y="3767138"/>
          <p14:tracePt t="9260" x="9177338" y="3741738"/>
          <p14:tracePt t="9277" x="9093200" y="3725863"/>
          <p14:tracePt t="9294" x="9069388" y="3717925"/>
          <p14:tracePt t="9321" x="9069388" y="3708400"/>
          <p14:tracePt t="9328" x="9051925" y="3700463"/>
          <p14:tracePt t="9344" x="9036050" y="3683000"/>
          <p14:tracePt t="9345" x="9018588" y="3683000"/>
          <p14:tracePt t="9360" x="9010650" y="3667125"/>
          <p14:tracePt t="9361" x="8993188" y="3649663"/>
          <p14:tracePt t="9377" x="8977313" y="3641725"/>
          <p14:tracePt t="9394" x="8951913" y="3616325"/>
          <p14:tracePt t="9410" x="8918575" y="3567113"/>
          <p14:tracePt t="9427" x="8901113" y="3541713"/>
          <p14:tracePt t="9443" x="8885238" y="3508375"/>
          <p14:tracePt t="9461" x="8885238" y="3490913"/>
          <p14:tracePt t="9477" x="8885238" y="3475038"/>
          <p14:tracePt t="9494" x="8885238" y="3457575"/>
          <p14:tracePt t="9510" x="8885238" y="3441700"/>
          <p14:tracePt t="9528" x="8885238" y="3424238"/>
          <p14:tracePt t="9545" x="8885238" y="3408363"/>
          <p14:tracePt t="9545" x="8885238" y="3400425"/>
          <p14:tracePt t="9585" x="8893175" y="3382963"/>
          <p14:tracePt t="9593" x="8901113" y="3382963"/>
          <p14:tracePt t="9601" x="8934450" y="3382963"/>
          <p14:tracePt t="9610" x="8969375" y="3375025"/>
          <p14:tracePt t="9627" x="8993188" y="3367088"/>
          <p14:tracePt t="9644" x="9018588" y="3357563"/>
          <p14:tracePt t="9661" x="9043988" y="3349625"/>
          <p14:tracePt t="9678" x="9077325" y="3349625"/>
          <p14:tracePt t="9694" x="9085263" y="3332163"/>
          <p14:tracePt t="9711" x="9110663" y="3332163"/>
          <p14:tracePt t="9728" x="9144000" y="3332163"/>
          <p14:tracePt t="9745" x="9185275" y="3332163"/>
          <p14:tracePt t="9761" x="9210675" y="3332163"/>
          <p14:tracePt t="9778" x="9261475" y="3332163"/>
          <p14:tracePt t="9795" x="9285288" y="3332163"/>
          <p14:tracePt t="9811" x="9310688" y="3341688"/>
          <p14:tracePt t="9828" x="9336088" y="3349625"/>
          <p14:tracePt t="9845" x="9377363" y="3375025"/>
          <p14:tracePt t="9861" x="9402763" y="3400425"/>
          <p14:tracePt t="9878" x="9469438" y="3441700"/>
          <p14:tracePt t="9895" x="9510713" y="3449638"/>
          <p14:tracePt t="9911" x="9544050" y="3475038"/>
          <p14:tracePt t="9928" x="9569450" y="3475038"/>
          <p14:tracePt t="9945" x="9594850" y="3490913"/>
          <p14:tracePt t="9961" x="9602788" y="3500438"/>
          <p14:tracePt t="9979" x="9612313" y="3500438"/>
          <p14:tracePt t="9995" x="9620250" y="3516313"/>
          <p14:tracePt t="10012" x="9636125" y="3525838"/>
          <p14:tracePt t="10029" x="9653588" y="3541713"/>
          <p14:tracePt t="10045" x="9669463" y="3559175"/>
          <p14:tracePt t="10062" x="9694863" y="3582988"/>
          <p14:tracePt t="10078" x="9702800" y="3608388"/>
          <p14:tracePt t="10095" x="9720263" y="3633788"/>
          <p14:tracePt t="10111" x="9728200" y="3641725"/>
          <p14:tracePt t="10129" x="9728200" y="3649663"/>
          <p14:tracePt t="10161" x="9728200" y="3659188"/>
          <p14:tracePt t="10169" x="9702800" y="3667125"/>
          <p14:tracePt t="10178" x="9686925" y="3667125"/>
          <p14:tracePt t="10195" x="9628188" y="3667125"/>
          <p14:tracePt t="10212" x="9594850" y="3667125"/>
          <p14:tracePt t="10229" x="9544050" y="3667125"/>
          <p14:tracePt t="10245" x="9502775" y="3667125"/>
          <p14:tracePt t="10262" x="9461500" y="3667125"/>
          <p14:tracePt t="10279" x="9410700" y="3667125"/>
          <p14:tracePt t="10296" x="9344025" y="3649663"/>
          <p14:tracePt t="10313" x="9285288" y="3641725"/>
          <p14:tracePt t="10313" x="9251950" y="3641725"/>
          <p14:tracePt t="10329" x="9218613" y="3641725"/>
          <p14:tracePt t="10346" x="9093200" y="3616325"/>
          <p14:tracePt t="10362" x="9026525" y="3600450"/>
          <p14:tracePt t="10379" x="8993188" y="3592513"/>
          <p14:tracePt t="10396" x="8977313" y="3575050"/>
          <p14:tracePt t="10412" x="8951913" y="3575050"/>
          <p14:tracePt t="10429" x="8918575" y="3549650"/>
          <p14:tracePt t="10446" x="8877300" y="3525838"/>
          <p14:tracePt t="10463" x="8834438" y="3490913"/>
          <p14:tracePt t="10479" x="8810625" y="3467100"/>
          <p14:tracePt t="10496" x="8801100" y="3433763"/>
          <p14:tracePt t="10513" x="8785225" y="3416300"/>
          <p14:tracePt t="10513" x="8777288" y="3408363"/>
          <p14:tracePt t="10529" x="8767763" y="3375025"/>
          <p14:tracePt t="10546" x="8759825" y="3349625"/>
          <p14:tracePt t="10563" x="8751888" y="3332163"/>
          <p14:tracePt t="10580" x="8751888" y="3316288"/>
          <p14:tracePt t="10597" x="8751888" y="3290888"/>
          <p14:tracePt t="10613" x="8751888" y="3265488"/>
          <p14:tracePt t="10629" x="8751888" y="3241675"/>
          <p14:tracePt t="10646" x="8759825" y="3232150"/>
          <p14:tracePt t="10663" x="8767763" y="3208338"/>
          <p14:tracePt t="10680" x="8777288" y="3190875"/>
          <p14:tracePt t="10697" x="8785225" y="3175000"/>
          <p14:tracePt t="10713" x="8793163" y="3140075"/>
          <p14:tracePt t="10714" x="8801100" y="3132138"/>
          <p14:tracePt t="10730" x="8810625" y="3124200"/>
          <p14:tracePt t="10747" x="8826500" y="3098800"/>
          <p14:tracePt t="10764" x="8843963" y="3090863"/>
          <p14:tracePt t="10780" x="8867775" y="3065463"/>
          <p14:tracePt t="10797" x="8901113" y="3049588"/>
          <p14:tracePt t="10814" x="8926513" y="3032125"/>
          <p14:tracePt t="10830" x="8969375" y="3016250"/>
          <p14:tracePt t="10847" x="9010650" y="3006725"/>
          <p14:tracePt t="10864" x="9051925" y="3006725"/>
          <p14:tracePt t="10864" x="9077325" y="3006725"/>
          <p14:tracePt t="10880" x="9102725" y="3006725"/>
          <p14:tracePt t="10897" x="9169400" y="3006725"/>
          <p14:tracePt t="10913" x="9194800" y="3006725"/>
          <p14:tracePt t="11458" x="9202738" y="3016250"/>
          <p14:tracePt t="11473" x="9210675" y="3040063"/>
          <p14:tracePt t="11481" x="9244013" y="3116263"/>
          <p14:tracePt t="11489" x="9261475" y="3149600"/>
          <p14:tracePt t="11498" x="9285288" y="3208338"/>
          <p14:tracePt t="11515" x="9361488" y="3324225"/>
          <p14:tracePt t="11532" x="9428163" y="3400425"/>
          <p14:tracePt t="11548" x="9461500" y="3441700"/>
          <p14:tracePt t="11565" x="9477375" y="3441700"/>
          <p14:tracePt t="11582" x="9486900" y="3441700"/>
          <p14:tracePt t="11601" x="9494838" y="3441700"/>
          <p14:tracePt t="11615" x="9502775" y="3441700"/>
          <p14:tracePt t="11633" x="9510713" y="3433763"/>
          <p14:tracePt t="11649" x="9520238" y="3424238"/>
          <p14:tracePt t="11650" x="9520238" y="3416300"/>
          <p14:tracePt t="11666" x="9528175" y="3400425"/>
          <p14:tracePt t="11667" x="9536113" y="3400425"/>
          <p14:tracePt t="11682" x="9561513" y="3357563"/>
          <p14:tracePt t="11698" x="9578975" y="3332163"/>
          <p14:tracePt t="11715" x="9594850" y="3298825"/>
          <p14:tracePt t="11732" x="9602788" y="3282950"/>
          <p14:tracePt t="11749" x="9612313" y="3265488"/>
          <p14:tracePt t="11765" x="9620250" y="3257550"/>
          <p14:tracePt t="12035" x="9620250" y="3249613"/>
          <p14:tracePt t="12042" x="9620250" y="3182938"/>
          <p14:tracePt t="12050" x="9620250" y="3132138"/>
          <p14:tracePt t="12066" x="9620250" y="3090863"/>
          <p14:tracePt t="12083" x="9620250" y="3057525"/>
          <p14:tracePt t="12099" x="9620250" y="3049588"/>
          <p14:tracePt t="13275" x="9628188" y="3057525"/>
          <p14:tracePt t="13282" x="9636125" y="3057525"/>
          <p14:tracePt t="13289" x="9645650" y="3065463"/>
          <p14:tracePt t="13347" x="9653588" y="3073400"/>
          <p14:tracePt t="13394" x="9661525" y="3057525"/>
          <p14:tracePt t="13401" x="9669463" y="3040063"/>
          <p14:tracePt t="13409" x="9669463" y="3032125"/>
          <p14:tracePt t="13419" x="9686925" y="3016250"/>
          <p14:tracePt t="13436" x="9694863" y="2998788"/>
          <p14:tracePt t="13453" x="9694863" y="2990850"/>
          <p14:tracePt t="13469" x="9702800" y="2981325"/>
          <p14:tracePt t="13522" x="9712325" y="2981325"/>
          <p14:tracePt t="13603" x="9720263" y="2965450"/>
          <p14:tracePt t="13609" x="9712325" y="2932113"/>
          <p14:tracePt t="13619" x="9669463" y="2865438"/>
          <p14:tracePt t="13637" x="9620250" y="2773363"/>
          <p14:tracePt t="13653" x="9561513" y="2630488"/>
          <p14:tracePt t="13669" x="9520238" y="2489200"/>
          <p14:tracePt t="13686" x="9494838" y="2381250"/>
          <p14:tracePt t="13703" x="9469438" y="2330450"/>
          <p14:tracePt t="13720" x="9461500" y="2314575"/>
          <p14:tracePt t="13948" x="9461500" y="2330450"/>
          <p14:tracePt t="13954" x="9461500" y="2371725"/>
          <p14:tracePt t="13961" x="9461500" y="2414588"/>
          <p14:tracePt t="13970" x="9461500" y="2455863"/>
          <p14:tracePt t="13987" x="9461500" y="2497138"/>
          <p14:tracePt t="14004" x="9477375" y="2530475"/>
          <p14:tracePt t="14020" x="9477375" y="2547938"/>
          <p14:tracePt t="14037" x="9477375" y="2573338"/>
          <p14:tracePt t="14054" x="9494838" y="2597150"/>
          <p14:tracePt t="14070" x="9494838" y="2640013"/>
          <p14:tracePt t="14088" x="9502775" y="2698750"/>
          <p14:tracePt t="14104" x="9510713" y="2773363"/>
          <p14:tracePt t="14121" x="9528175" y="2847975"/>
          <p14:tracePt t="14121" x="9528175" y="2890838"/>
          <p14:tracePt t="14138" x="9528175" y="2924175"/>
          <p14:tracePt t="14154" x="9528175" y="2973388"/>
          <p14:tracePt t="14171" x="9528175" y="2981325"/>
          <p14:tracePt t="14187" x="9536113" y="2998788"/>
          <p14:tracePt t="14210" x="9536113" y="3016250"/>
          <p14:tracePt t="14221" x="9536113" y="3024188"/>
          <p14:tracePt t="14238" x="9536113" y="3049588"/>
          <p14:tracePt t="18651" x="9536113" y="3065463"/>
          <p14:tracePt t="18659" x="9553575" y="3090863"/>
          <p14:tracePt t="18666" x="9578975" y="3106738"/>
          <p14:tracePt t="18680" x="9594850" y="3124200"/>
          <p14:tracePt t="18699" x="9612313" y="3132138"/>
          <p14:tracePt t="18715" x="9620250" y="3140075"/>
          <p14:tracePt t="18731" x="9620250" y="3149600"/>
          <p14:tracePt t="18747" x="9628188" y="3157538"/>
          <p14:tracePt t="18764" x="9636125" y="3175000"/>
          <p14:tracePt t="18781" x="9645650" y="3216275"/>
          <p14:tracePt t="18797" x="9661525" y="3249613"/>
          <p14:tracePt t="18814" x="9678988" y="3290888"/>
          <p14:tracePt t="18831" x="9686925" y="3316288"/>
          <p14:tracePt t="18848" x="9694863" y="3332163"/>
          <p14:tracePt t="18864" x="9702800" y="3349625"/>
          <p14:tracePt t="18881" x="9702800" y="3375025"/>
          <p14:tracePt t="18882" x="9702800" y="3390900"/>
          <p14:tracePt t="18898" x="9702800" y="3400425"/>
          <p14:tracePt t="18914" x="9702800" y="3441700"/>
          <p14:tracePt t="18931" x="9702800" y="3457575"/>
          <p14:tracePt t="18948" x="9702800" y="3482975"/>
          <p14:tracePt t="18965" x="9702800" y="3490913"/>
          <p14:tracePt t="18981" x="9702800" y="3508375"/>
          <p14:tracePt t="18998" x="9702800" y="3533775"/>
          <p14:tracePt t="19015" x="9702800" y="3567113"/>
          <p14:tracePt t="19031" x="9702800" y="3592513"/>
          <p14:tracePt t="19048" x="9702800" y="3616325"/>
          <p14:tracePt t="19065" x="9702800" y="3633788"/>
          <p14:tracePt t="19082" x="9702800" y="3641725"/>
          <p14:tracePt t="19107" x="9702800" y="3649663"/>
          <p14:tracePt t="19130" x="9686925" y="3659188"/>
          <p14:tracePt t="19139" x="9678988" y="3683000"/>
          <p14:tracePt t="19148" x="9661525" y="3683000"/>
          <p14:tracePt t="19165" x="9636125" y="3700463"/>
          <p14:tracePt t="19182" x="9628188" y="3708400"/>
          <p14:tracePt t="19202" x="9620250" y="3717925"/>
          <p14:tracePt t="19218" x="9602788" y="3717925"/>
          <p14:tracePt t="19232" x="9594850" y="3717925"/>
          <p14:tracePt t="19248" x="9561513" y="3733800"/>
          <p14:tracePt t="19265" x="9510713" y="3741738"/>
          <p14:tracePt t="19282" x="9502775" y="3741738"/>
          <p14:tracePt t="19283" x="9486900" y="3741738"/>
          <p14:tracePt t="19299" x="9477375" y="3741738"/>
          <p14:tracePt t="19315" x="9461500" y="3741738"/>
          <p14:tracePt t="19332" x="9444038" y="3741738"/>
          <p14:tracePt t="19349" x="9428163" y="3741738"/>
          <p14:tracePt t="19365" x="9410700" y="3741738"/>
          <p14:tracePt t="19382" x="9386888" y="3741738"/>
          <p14:tracePt t="19399" x="9353550" y="3741738"/>
          <p14:tracePt t="19416" x="9318625" y="3741738"/>
          <p14:tracePt t="19432" x="9285288" y="3741738"/>
          <p14:tracePt t="19449" x="9261475" y="3741738"/>
          <p14:tracePt t="19467" x="9251950" y="3741738"/>
          <p14:tracePt t="19483" x="9236075" y="3741738"/>
          <p14:tracePt t="19499" x="9210675" y="3741738"/>
          <p14:tracePt t="19500" x="9202738" y="3741738"/>
          <p14:tracePt t="19516" x="9177338" y="3741738"/>
          <p14:tracePt t="19533" x="9161463" y="3741738"/>
          <p14:tracePt t="19549" x="9136063" y="3741738"/>
          <p14:tracePt t="19566" x="9110663" y="3741738"/>
          <p14:tracePt t="19583" x="9085263" y="3741738"/>
          <p14:tracePt t="19599" x="9051925" y="3741738"/>
          <p14:tracePt t="19616" x="9026525" y="3741738"/>
          <p14:tracePt t="19633" x="9018588" y="3741738"/>
          <p14:tracePt t="19634" x="8993188" y="3741738"/>
          <p14:tracePt t="19650" x="8985250" y="3741738"/>
          <p14:tracePt t="19651" x="8969375" y="3741738"/>
          <p14:tracePt t="19666" x="8959850" y="3741738"/>
          <p14:tracePt t="19683" x="8877300" y="3733800"/>
          <p14:tracePt t="19699" x="8859838" y="3733800"/>
          <p14:tracePt t="19716" x="8826500" y="3725863"/>
          <p14:tracePt t="19733" x="8810625" y="3717925"/>
          <p14:tracePt t="19750" x="8801100" y="3717925"/>
          <p14:tracePt t="19899" x="8793163" y="3708400"/>
          <p14:tracePt t="19906" x="8793163" y="3692525"/>
          <p14:tracePt t="19916" x="8793163" y="3667125"/>
          <p14:tracePt t="19933" x="8751888" y="3616325"/>
          <p14:tracePt t="19950" x="8718550" y="3592513"/>
          <p14:tracePt t="19967" x="8701088" y="3575050"/>
          <p14:tracePt t="19983" x="8693150" y="3559175"/>
          <p14:tracePt t="20000" x="8685213" y="3549650"/>
          <p14:tracePt t="20017" x="8685213" y="3533775"/>
          <p14:tracePt t="20034" x="8685213" y="3516313"/>
          <p14:tracePt t="20050" x="8675688" y="3508375"/>
          <p14:tracePt t="20051" x="8675688" y="3490913"/>
          <p14:tracePt t="20067" x="8675688" y="3482975"/>
          <p14:tracePt t="20084" x="8675688" y="3475038"/>
          <p14:tracePt t="20100" x="8675688" y="3441700"/>
          <p14:tracePt t="20117" x="8675688" y="3408363"/>
          <p14:tracePt t="20134" x="8693150" y="3382963"/>
          <p14:tracePt t="20150" x="8701088" y="3367088"/>
          <p14:tracePt t="20168" x="8718550" y="3349625"/>
          <p14:tracePt t="20184" x="8734425" y="3332163"/>
          <p14:tracePt t="20201" x="8777288" y="3324225"/>
          <p14:tracePt t="20217" x="8867775" y="3316288"/>
          <p14:tracePt t="20234" x="8926513" y="3298825"/>
          <p14:tracePt t="20251" x="8993188" y="3298825"/>
          <p14:tracePt t="20267" x="9126538" y="3290888"/>
          <p14:tracePt t="20284" x="9244013" y="3308350"/>
          <p14:tracePt t="20301" x="9394825" y="3367088"/>
          <p14:tracePt t="20317" x="9528175" y="3433763"/>
          <p14:tracePt t="20334" x="9628188" y="3475038"/>
          <p14:tracePt t="20351" x="9686925" y="3516313"/>
          <p14:tracePt t="20367" x="9728200" y="3541713"/>
          <p14:tracePt t="20384" x="9771063" y="3559175"/>
          <p14:tracePt t="20401" x="9812338" y="3592513"/>
          <p14:tracePt t="20418" x="9837738" y="3600450"/>
          <p14:tracePt t="20435" x="9845675" y="3608388"/>
          <p14:tracePt t="20436" x="9845675" y="3616325"/>
          <p14:tracePt t="20459" x="9853613" y="3625850"/>
          <p14:tracePt t="20468" x="9861550" y="3633788"/>
          <p14:tracePt t="20485" x="9871075" y="3659188"/>
          <p14:tracePt t="20501" x="9871075" y="3692525"/>
          <p14:tracePt t="20518" x="9879013" y="3751263"/>
          <p14:tracePt t="20535" x="9886950" y="3808413"/>
          <p14:tracePt t="20551" x="9894888" y="3851275"/>
          <p14:tracePt t="20568" x="9920288" y="3917950"/>
          <p14:tracePt t="20585" x="9928225" y="3951288"/>
          <p14:tracePt t="20601" x="9928225" y="3959225"/>
          <p14:tracePt t="20619" x="9928225" y="3976688"/>
          <p14:tracePt t="20635" x="9928225" y="3984625"/>
          <p14:tracePt t="20675" x="9928225" y="4000500"/>
          <p14:tracePt t="20682" x="9904413" y="4000500"/>
          <p14:tracePt t="20690" x="9886950" y="4000500"/>
          <p14:tracePt t="20702" x="9845675" y="4010025"/>
          <p14:tracePt t="20718" x="9779000" y="4010025"/>
          <p14:tracePt t="20735" x="9728200" y="4010025"/>
          <p14:tracePt t="20752" x="9678988" y="4010025"/>
          <p14:tracePt t="20768" x="9636125" y="4010025"/>
          <p14:tracePt t="20785" x="9594850" y="4010025"/>
          <p14:tracePt t="20802" x="9553575" y="4010025"/>
          <p14:tracePt t="20819" x="9510713" y="4010025"/>
          <p14:tracePt t="20835" x="9469438" y="4010025"/>
          <p14:tracePt t="20852" x="9436100" y="4010025"/>
          <p14:tracePt t="20869" x="9428163" y="4010025"/>
          <p14:tracePt t="20885" x="9410700" y="4010025"/>
          <p14:tracePt t="20902" x="9402763" y="4010025"/>
          <p14:tracePt t="20919" x="9394825" y="4010025"/>
          <p14:tracePt t="20936" x="9386888" y="4010025"/>
          <p14:tracePt t="20952" x="9361488" y="4010025"/>
          <p14:tracePt t="20969" x="9336088" y="4010025"/>
          <p14:tracePt t="20986" x="9294813" y="4010025"/>
          <p14:tracePt t="21002" x="9251950" y="4010025"/>
          <p14:tracePt t="21003" x="9236075" y="4010025"/>
          <p14:tracePt t="21019" x="9185275" y="4010025"/>
          <p14:tracePt t="21036" x="9161463" y="4010025"/>
          <p14:tracePt t="21052" x="9126538" y="4010025"/>
          <p14:tracePt t="21069" x="9085263" y="4010025"/>
          <p14:tracePt t="21086" x="9036050" y="4010025"/>
          <p14:tracePt t="21103" x="9002713" y="4010025"/>
          <p14:tracePt t="21119" x="8985250" y="4010025"/>
          <p14:tracePt t="21136" x="8969375" y="4010025"/>
          <p14:tracePt t="21154" x="8959850" y="4010025"/>
          <p14:tracePt t="21651" x="8951913" y="4010025"/>
          <p14:tracePt t="24316" x="8951913" y="4025900"/>
          <p14:tracePt t="24340" x="8959850" y="4033838"/>
          <p14:tracePt t="24347" x="8977313" y="4033838"/>
          <p14:tracePt t="24355" x="9002713" y="4043363"/>
          <p14:tracePt t="24363" x="9026525" y="4043363"/>
          <p14:tracePt t="24376" x="9069388" y="4043363"/>
          <p14:tracePt t="24393" x="9151938" y="4043363"/>
          <p14:tracePt t="24410" x="9202738" y="4043363"/>
          <p14:tracePt t="24427" x="9228138" y="4043363"/>
          <p14:tracePt t="24428" x="9251950" y="4033838"/>
          <p14:tracePt t="24443" x="9277350" y="4025900"/>
          <p14:tracePt t="24461" x="9353550" y="4010025"/>
          <p14:tracePt t="24476" x="9377363" y="4000500"/>
          <p14:tracePt t="24628" x="9361488" y="3984625"/>
          <p14:tracePt t="24636" x="9318625" y="3967163"/>
          <p14:tracePt t="24644" x="9251950" y="3943350"/>
          <p14:tracePt t="24660" x="9177338" y="3917950"/>
          <p14:tracePt t="24677" x="9093200" y="3876675"/>
          <p14:tracePt t="24694" x="9059863" y="3867150"/>
          <p14:tracePt t="24710" x="9036050" y="3851275"/>
          <p14:tracePt t="24727" x="9002713" y="3841750"/>
          <p14:tracePt t="24744" x="8977313" y="3841750"/>
          <p14:tracePt t="24761" x="8959850" y="3841750"/>
          <p14:tracePt t="24777" x="8951913" y="3841750"/>
          <p14:tracePt t="24794" x="8943975" y="3841750"/>
          <p14:tracePt t="24932" x="8926513" y="3817938"/>
          <p14:tracePt t="24947" x="8926513" y="3800475"/>
          <p14:tracePt t="24955" x="8926513" y="3792538"/>
          <p14:tracePt t="24963" x="8926513" y="3775075"/>
          <p14:tracePt t="24979" x="8934450" y="3767138"/>
          <p14:tracePt t="24981" x="8943975" y="3759200"/>
          <p14:tracePt t="24994" x="8951913" y="3759200"/>
          <p14:tracePt t="25011" x="9002713" y="3741738"/>
          <p14:tracePt t="25028" x="9126538" y="3741738"/>
          <p14:tracePt t="25044" x="9251950" y="3741738"/>
          <p14:tracePt t="25061" x="9369425" y="3741738"/>
          <p14:tracePt t="25078" x="9486900" y="3741738"/>
          <p14:tracePt t="25095" x="9553575" y="3741738"/>
          <p14:tracePt t="25111" x="9602788" y="3741738"/>
          <p14:tracePt t="25128" x="9669463" y="3751263"/>
          <p14:tracePt t="25145" x="9720263" y="3775075"/>
          <p14:tracePt t="25162" x="9761538" y="3784600"/>
          <p14:tracePt t="25179" x="9794875" y="3817938"/>
          <p14:tracePt t="25195" x="9820275" y="3817938"/>
          <p14:tracePt t="25212" x="9853613" y="3867150"/>
          <p14:tracePt t="25228" x="9871075" y="3900488"/>
          <p14:tracePt t="25245" x="9871075" y="3917950"/>
          <p14:tracePt t="25262" x="9871075" y="3933825"/>
          <p14:tracePt t="25324" x="9828213" y="3933825"/>
          <p14:tracePt t="25332" x="9761538" y="3933825"/>
          <p14:tracePt t="25339" x="9686925" y="3933825"/>
          <p14:tracePt t="25362" x="9528175" y="3933825"/>
          <p14:tracePt t="25379" x="9444038" y="3917950"/>
          <p14:tracePt t="25380" x="9444038" y="3910013"/>
          <p14:tracePt t="25396" x="9436100" y="3910013"/>
          <p14:tracePt t="25397" x="9410700" y="3900488"/>
          <p14:tracePt t="25412" x="9377363" y="3867150"/>
          <p14:tracePt t="25429" x="9328150" y="3841750"/>
          <p14:tracePt t="25446" x="9310688" y="3825875"/>
          <p14:tracePt t="25812" x="9302750" y="3784600"/>
          <p14:tracePt t="25819" x="9269413" y="3733800"/>
          <p14:tracePt t="25830" x="9269413" y="3708400"/>
          <p14:tracePt t="25846" x="9236075" y="3667125"/>
          <p14:tracePt t="25863" x="9210675" y="3633788"/>
          <p14:tracePt t="25880" x="9194800" y="3625850"/>
          <p14:tracePt t="25899" x="9185275" y="3616325"/>
          <p14:tracePt t="25913" x="9185275" y="3608388"/>
          <p14:tracePt t="27469" x="9185275" y="3616325"/>
          <p14:tracePt t="28045" x="9177338" y="3616325"/>
          <p14:tracePt t="28053" x="9161463" y="3616325"/>
          <p14:tracePt t="28060" x="9136063" y="3616325"/>
          <p14:tracePt t="28069" x="9126538" y="3625850"/>
          <p14:tracePt t="28084" x="9110663" y="3633788"/>
          <p14:tracePt t="28116" x="9110663" y="3625850"/>
          <p14:tracePt t="28124" x="9110663" y="3600450"/>
          <p14:tracePt t="28135" x="9110663" y="3575050"/>
          <p14:tracePt t="28151" x="9110663" y="3516313"/>
          <p14:tracePt t="28168" x="9110663" y="3416300"/>
          <p14:tracePt t="28185" x="9110663" y="3249613"/>
          <p14:tracePt t="28202" x="9118600" y="3082925"/>
          <p14:tracePt t="28219" x="9126538" y="2940050"/>
          <p14:tracePt t="28220" x="9144000" y="2881313"/>
          <p14:tracePt t="28235" x="9151938" y="2840038"/>
          <p14:tracePt t="28236" x="9161463" y="2814638"/>
          <p14:tracePt t="28252" x="9169400" y="2789238"/>
          <p14:tracePt t="28268" x="9185275" y="2755900"/>
          <p14:tracePt t="28285" x="9194800" y="2747963"/>
          <p14:tracePt t="28477" x="9177338" y="2747963"/>
          <p14:tracePt t="28484" x="9161463" y="2740025"/>
          <p14:tracePt t="28492" x="9144000" y="2740025"/>
          <p14:tracePt t="28749" x="9144000" y="2732088"/>
          <p14:tracePt t="28764" x="9144000" y="2714625"/>
          <p14:tracePt t="28771" x="9144000" y="2698750"/>
          <p14:tracePt t="28786" x="9151938" y="2689225"/>
          <p14:tracePt t="28803" x="9161463" y="2665413"/>
          <p14:tracePt t="28820" x="9177338" y="2622550"/>
          <p14:tracePt t="28820" x="9177338" y="2589213"/>
          <p14:tracePt t="28836" x="9177338" y="2540000"/>
          <p14:tracePt t="28853" x="9177338" y="2455863"/>
          <p14:tracePt t="28870" x="9169400" y="2405063"/>
          <p14:tracePt t="28886" x="9151938" y="2389188"/>
          <p14:tracePt t="28903" x="9151938" y="2381250"/>
          <p14:tracePt t="28920" x="9144000" y="2363788"/>
          <p14:tracePt t="28937" x="9144000" y="2355850"/>
          <p14:tracePt t="28954" x="9126538" y="2347913"/>
          <p14:tracePt t="33094" x="9126538" y="2355850"/>
          <p14:tracePt t="33109" x="9126538" y="2381250"/>
          <p14:tracePt t="33116" x="9126538" y="2414588"/>
          <p14:tracePt t="33129" x="9136063" y="2447925"/>
          <p14:tracePt t="33146" x="9144000" y="2489200"/>
          <p14:tracePt t="33293" x="9151938" y="2489200"/>
          <p14:tracePt t="33301" x="9161463" y="2489200"/>
          <p14:tracePt t="33325" x="9185275" y="2489200"/>
          <p14:tracePt t="33332" x="9194800" y="2489200"/>
          <p14:tracePt t="33397" x="9202738" y="2489200"/>
          <p14:tracePt t="33477" x="9194800" y="2489200"/>
          <p14:tracePt t="33485" x="9177338" y="2497138"/>
          <p14:tracePt t="33509" x="9169400" y="2506663"/>
          <p14:tracePt t="33573" x="9161463" y="2506663"/>
          <p14:tracePt t="37094" x="9161463" y="2473325"/>
          <p14:tracePt t="37101" x="9177338" y="2355850"/>
          <p14:tracePt t="37109" x="9194800" y="2289175"/>
          <p14:tracePt t="37121" x="9202738" y="2222500"/>
          <p14:tracePt t="37138" x="9202738" y="2138363"/>
          <p14:tracePt t="37155" x="9177338" y="2054225"/>
          <p14:tracePt t="37172" x="9077325" y="1979613"/>
          <p14:tracePt t="37189" x="8985250" y="1963738"/>
          <p14:tracePt t="37189" x="8959850" y="1963738"/>
          <p14:tracePt t="37205" x="8934450" y="1963738"/>
          <p14:tracePt t="37206" x="8926513" y="1963738"/>
          <p14:tracePt t="37221" x="8910638" y="1963738"/>
          <p14:tracePt t="37238" x="8859838" y="2012950"/>
          <p14:tracePt t="37255" x="8801100" y="2112963"/>
          <p14:tracePt t="37272" x="8743950" y="2238375"/>
          <p14:tracePt t="37288" x="8726488" y="2405063"/>
          <p14:tracePt t="37305" x="8709025" y="2563813"/>
          <p14:tracePt t="37322" x="8709025" y="2714625"/>
          <p14:tracePt t="37338" x="8759825" y="2832100"/>
          <p14:tracePt t="37355" x="8834438" y="2914650"/>
          <p14:tracePt t="37372" x="8901113" y="2965450"/>
          <p14:tracePt t="37373" x="8934450" y="2998788"/>
          <p14:tracePt t="37389" x="8959850" y="3016250"/>
          <p14:tracePt t="37405" x="9018588" y="3057525"/>
          <p14:tracePt t="37406" x="9026525" y="3057525"/>
          <p14:tracePt t="37422" x="9043988" y="3065463"/>
          <p14:tracePt t="37439" x="9051925" y="3065463"/>
          <p14:tracePt t="37456" x="9069388" y="3057525"/>
          <p14:tracePt t="37472" x="9077325" y="2998788"/>
          <p14:tracePt t="37489" x="9077325" y="2947988"/>
          <p14:tracePt t="37505" x="9085263" y="2914650"/>
          <p14:tracePt t="37522" x="9085263" y="2906713"/>
          <p14:tracePt t="37655" x="9085263" y="2914650"/>
          <p14:tracePt t="37886" x="9102725" y="2924175"/>
          <p14:tracePt t="37893" x="9177338" y="2924175"/>
          <p14:tracePt t="37901" x="9310688" y="2924175"/>
          <p14:tracePt t="37923" x="9553575" y="2924175"/>
          <p14:tracePt t="37940" x="9728200" y="2881313"/>
          <p14:tracePt t="37957" x="9820275" y="2798763"/>
          <p14:tracePt t="37957" x="9837738" y="2765425"/>
          <p14:tracePt t="37973" x="9845675" y="2681288"/>
          <p14:tracePt t="37974" x="9845675" y="2614613"/>
          <p14:tracePt t="37990" x="9845675" y="2555875"/>
          <p14:tracePt t="38006" x="9845675" y="2397125"/>
          <p14:tracePt t="38023" x="9786938" y="2297113"/>
          <p14:tracePt t="38040" x="9702800" y="2205038"/>
          <p14:tracePt t="38057" x="9602788" y="2130425"/>
          <p14:tracePt t="38073" x="9428163" y="2087563"/>
          <p14:tracePt t="38090" x="9277350" y="2063750"/>
          <p14:tracePt t="38107" x="9102725" y="2063750"/>
          <p14:tracePt t="38123" x="8951913" y="2079625"/>
          <p14:tracePt t="38125" x="8901113" y="2122488"/>
          <p14:tracePt t="38140" x="8851900" y="2205038"/>
          <p14:tracePt t="38157" x="8801100" y="2405063"/>
          <p14:tracePt t="38158" x="8801100" y="2530475"/>
          <p14:tracePt t="38173" x="8801100" y="2640013"/>
          <p14:tracePt t="38190" x="8885238" y="2873375"/>
          <p14:tracePt t="38207" x="8951913" y="2898775"/>
          <p14:tracePt t="38224" x="9018588" y="2898775"/>
          <p14:tracePt t="38240" x="9093200" y="2857500"/>
          <p14:tracePt t="38257" x="9169400" y="2755900"/>
          <p14:tracePt t="38274" x="9185275" y="2665413"/>
          <p14:tracePt t="38290" x="9185275" y="2563813"/>
          <p14:tracePt t="38307" x="9118600" y="2481263"/>
          <p14:tracePt t="38324" x="9059863" y="2447925"/>
          <p14:tracePt t="38341" x="9036050" y="2447925"/>
          <p14:tracePt t="38357" x="8993188" y="2463800"/>
          <p14:tracePt t="38374" x="8951913" y="2747963"/>
          <p14:tracePt t="38391" x="8959850" y="2957513"/>
          <p14:tracePt t="38407" x="9069388" y="3124200"/>
          <p14:tracePt t="38424" x="9228138" y="3216275"/>
          <p14:tracePt t="38441" x="9353550" y="3224213"/>
          <p14:tracePt t="38457" x="9436100" y="3198813"/>
          <p14:tracePt t="38474" x="9510713" y="3140075"/>
          <p14:tracePt t="38491" x="9578975" y="3073400"/>
          <p14:tracePt t="38508" x="9612313" y="2998788"/>
          <p14:tracePt t="38524" x="9645650" y="2924175"/>
          <p14:tracePt t="38541" x="9661525" y="2873375"/>
          <p14:tracePt t="38558" x="9661525" y="2824163"/>
          <p14:tracePt t="38558" x="9661525" y="2814638"/>
          <p14:tracePt t="38574" x="9645650" y="2773363"/>
          <p14:tracePt t="38591" x="9620250" y="2755900"/>
          <p14:tracePt t="38630" x="9612313" y="2747963"/>
          <p14:tracePt t="38663" x="9578975" y="2755900"/>
          <p14:tracePt t="38669" x="9536113" y="2798763"/>
          <p14:tracePt t="38677" x="9502775" y="2824163"/>
          <p14:tracePt t="38691" x="9453563" y="2857500"/>
          <p14:tracePt t="38708" x="9394825" y="2898775"/>
          <p14:tracePt t="38725" x="9386888" y="2906713"/>
          <p14:tracePt t="38902" x="9386888" y="2881313"/>
          <p14:tracePt t="38909" x="9420225" y="2832100"/>
          <p14:tracePt t="38917" x="9428163" y="2732088"/>
          <p14:tracePt t="38926" x="9428163" y="2614613"/>
          <p14:tracePt t="38942" x="9077325" y="1987550"/>
          <p14:tracePt t="38958" x="8375650" y="1035050"/>
          <p14:tracePt t="38975" x="7632700" y="100013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28DF-A72F-F1EA-0636-ACE6DA00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Design (3)</a:t>
            </a:r>
          </a:p>
        </p:txBody>
      </p:sp>
      <p:pic>
        <p:nvPicPr>
          <p:cNvPr id="8" name="Picture 7" descr="A white background with black and orange lines&#10;&#10;Description automatically generated">
            <a:extLst>
              <a:ext uri="{FF2B5EF4-FFF2-40B4-BE49-F238E27FC236}">
                <a16:creationId xmlns:a16="http://schemas.microsoft.com/office/drawing/2014/main" id="{C6195F03-D14C-6FD4-53B2-338F902EC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994" y="2661197"/>
            <a:ext cx="12024006" cy="2793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4DC4C1-3EFC-9955-C4B1-CC773F558DDD}"/>
              </a:ext>
            </a:extLst>
          </p:cNvPr>
          <p:cNvSpPr txBox="1"/>
          <p:nvPr/>
        </p:nvSpPr>
        <p:spPr>
          <a:xfrm>
            <a:off x="1035424" y="6064624"/>
            <a:ext cx="3070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Measured inductance: 6.6uH</a:t>
            </a:r>
          </a:p>
          <a:p>
            <a:r>
              <a:rPr lang="en-US" dirty="0"/>
              <a:t>Desired Inductance: 6.3uH</a:t>
            </a: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CE043744-BE2D-2E77-5440-FA15316AE9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68698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908"/>
    </mc:Choice>
    <mc:Fallback>
      <p:transition spd="slow" advTm="179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68" x="5094288" y="5354638"/>
          <p14:tracePt t="574" x="5010150" y="5395913"/>
          <p14:tracePt t="583" x="4943475" y="5437188"/>
          <p14:tracePt t="600" x="4792663" y="5513388"/>
          <p14:tracePt t="617" x="4659313" y="5588000"/>
          <p14:tracePt t="633" x="4576763" y="5638800"/>
          <p14:tracePt t="650" x="4533900" y="5672138"/>
          <p14:tracePt t="667" x="4510088" y="5688013"/>
          <p14:tracePt t="687" x="4500563" y="5697538"/>
          <p14:tracePt t="855" x="4492625" y="5721350"/>
          <p14:tracePt t="863" x="4476750" y="5764213"/>
          <p14:tracePt t="870" x="4467225" y="5780088"/>
          <p14:tracePt t="884" x="4441825" y="5813425"/>
          <p14:tracePt t="901" x="4425950" y="5856288"/>
          <p14:tracePt t="918" x="4418013" y="5856288"/>
          <p14:tracePt t="935" x="4418013" y="5872163"/>
          <p14:tracePt t="959" x="4418013" y="5880100"/>
          <p14:tracePt t="968" x="4418013" y="5897563"/>
          <p14:tracePt t="984" x="4418013" y="5913438"/>
          <p14:tracePt t="1001" x="4418013" y="5930900"/>
          <p14:tracePt t="1047" x="4408488" y="5930900"/>
          <p14:tracePt t="1055" x="4408488" y="5922963"/>
          <p14:tracePt t="1063" x="4408488" y="5905500"/>
          <p14:tracePt t="1071" x="4408488" y="5897563"/>
          <p14:tracePt t="1084" x="4400550" y="5889625"/>
          <p14:tracePt t="1101" x="4400550" y="5880100"/>
          <p14:tracePt t="1127" x="4400550" y="5872163"/>
          <p14:tracePt t="3920" x="4392613" y="5872163"/>
          <p14:tracePt t="3927" x="4384675" y="5872163"/>
          <p14:tracePt t="3935" x="4375150" y="5872163"/>
          <p14:tracePt t="3958" x="4367213" y="5864225"/>
          <p14:tracePt t="3984" x="4359275" y="5856288"/>
          <p14:tracePt t="4096" x="4359275" y="5864225"/>
          <p14:tracePt t="4112" x="4351338" y="5864225"/>
          <p14:tracePt t="4119" x="4351338" y="5872163"/>
          <p14:tracePt t="4135" x="4341813" y="5872163"/>
          <p14:tracePt t="4912" x="4384675" y="5880100"/>
          <p14:tracePt t="4920" x="4651375" y="5880100"/>
          <p14:tracePt t="4928" x="4994275" y="5856288"/>
          <p14:tracePt t="4943" x="5368925" y="5797550"/>
          <p14:tracePt t="4944" x="5719763" y="5764213"/>
          <p14:tracePt t="4960" x="6221413" y="5697538"/>
          <p14:tracePt t="4977" x="6462713" y="5697538"/>
          <p14:tracePt t="4993" x="6597650" y="5697538"/>
          <p14:tracePt t="5010" x="6688138" y="5697538"/>
          <p14:tracePt t="5027" x="6723063" y="5697538"/>
          <p14:tracePt t="5043" x="6731000" y="5697538"/>
          <p14:tracePt t="5060" x="6738938" y="5688013"/>
          <p14:tracePt t="5200" x="6756400" y="5688013"/>
          <p14:tracePt t="5265" x="6764338" y="5688013"/>
          <p14:tracePt t="5504" x="6723063" y="5688013"/>
          <p14:tracePt t="5511" x="6705600" y="5688013"/>
          <p14:tracePt t="5544" x="6705600" y="5697538"/>
          <p14:tracePt t="7328" x="6688138" y="5713413"/>
          <p14:tracePt t="7336" x="6664325" y="5713413"/>
          <p14:tracePt t="7344" x="6572250" y="5713413"/>
          <p14:tracePt t="7352" x="6438900" y="5713413"/>
          <p14:tracePt t="7365" x="6280150" y="5713413"/>
          <p14:tracePt t="7382" x="5921375" y="5680075"/>
          <p14:tracePt t="7399" x="5276850" y="5672138"/>
          <p14:tracePt t="7416" x="4325938" y="5654675"/>
          <p14:tracePt t="7432" x="3967163" y="5654675"/>
          <p14:tracePt t="7432" x="3649663" y="5654675"/>
          <p14:tracePt t="7449" x="3022600" y="5705475"/>
          <p14:tracePt t="7465" x="2563813" y="5772150"/>
          <p14:tracePt t="7482" x="2246313" y="5838825"/>
          <p14:tracePt t="7499" x="2138363" y="5872163"/>
          <p14:tracePt t="7516" x="2120900" y="5880100"/>
          <p14:tracePt t="7532" x="2112963" y="5880100"/>
          <p14:tracePt t="7593" x="2112963" y="5889625"/>
          <p14:tracePt t="7832" x="2112963" y="5897563"/>
          <p14:tracePt t="7840" x="2105025" y="5930900"/>
          <p14:tracePt t="7850" x="2095500" y="5930900"/>
          <p14:tracePt t="7867" x="2062163" y="5964238"/>
          <p14:tracePt t="7883" x="2003425" y="6005513"/>
          <p14:tracePt t="7900" x="1962150" y="6030913"/>
          <p14:tracePt t="7917" x="1936750" y="6056313"/>
          <p14:tracePt t="7933" x="1928813" y="6056313"/>
          <p14:tracePt t="8033" x="1920875" y="6064250"/>
          <p14:tracePt t="8040" x="1912938" y="6081713"/>
          <p14:tracePt t="8051" x="1912938" y="6097588"/>
          <p14:tracePt t="8067" x="1912938" y="6115050"/>
          <p14:tracePt t="8084" x="1912938" y="6130925"/>
          <p14:tracePt t="8101" x="1920875" y="6164263"/>
          <p14:tracePt t="8117" x="1946275" y="6181725"/>
          <p14:tracePt t="8134" x="1987550" y="6215063"/>
          <p14:tracePt t="8151" x="2020888" y="6230938"/>
          <p14:tracePt t="8152" x="2028825" y="6240463"/>
          <p14:tracePt t="8168" x="2046288" y="6240463"/>
          <p14:tracePt t="8305" x="2046288" y="6248400"/>
          <p14:tracePt t="8329" x="2038350" y="6230938"/>
          <p14:tracePt t="8336" x="2020888" y="6197600"/>
          <p14:tracePt t="8344" x="1995488" y="6156325"/>
          <p14:tracePt t="8352" x="1962150" y="6130925"/>
          <p14:tracePt t="8367" x="1946275" y="6105525"/>
          <p14:tracePt t="8384" x="1895475" y="6072188"/>
          <p14:tracePt t="8401" x="1828800" y="6048375"/>
          <p14:tracePt t="8418" x="1820863" y="6048375"/>
          <p14:tracePt t="8672" x="1879600" y="6038850"/>
          <p14:tracePt t="8680" x="1928813" y="6038850"/>
          <p14:tracePt t="8688" x="1987550" y="6038850"/>
          <p14:tracePt t="8701" x="2046288" y="6038850"/>
          <p14:tracePt t="8719" x="2179638" y="6038850"/>
          <p14:tracePt t="8735" x="2279650" y="6038850"/>
          <p14:tracePt t="8736" x="2312988" y="6038850"/>
          <p14:tracePt t="8751" x="2330450" y="6038850"/>
          <p14:tracePt t="8769" x="2363788" y="6038850"/>
          <p14:tracePt t="8786" x="2371725" y="6038850"/>
          <p14:tracePt t="8802" x="2387600" y="6038850"/>
          <p14:tracePt t="9561" x="2397125" y="6038850"/>
          <p14:tracePt t="9592" x="2430463" y="6038850"/>
          <p14:tracePt t="9601" x="2463800" y="6048375"/>
          <p14:tracePt t="9609" x="2522538" y="6048375"/>
          <p14:tracePt t="9620" x="2579688" y="6048375"/>
          <p14:tracePt t="9637" x="2655888" y="6056313"/>
          <p14:tracePt t="9654" x="2722563" y="6081713"/>
          <p14:tracePt t="9671" x="2738438" y="6089650"/>
          <p14:tracePt t="10337" x="2755900" y="6081713"/>
          <p14:tracePt t="10344" x="2763838" y="6072188"/>
          <p14:tracePt t="10361" x="2781300" y="6072188"/>
          <p14:tracePt t="10372" x="2789238" y="6072188"/>
          <p14:tracePt t="10389" x="2797175" y="6072188"/>
          <p14:tracePt t="10405" x="2805113" y="6072188"/>
          <p14:tracePt t="10785" x="2838450" y="6072188"/>
          <p14:tracePt t="10792" x="2914650" y="6072188"/>
          <p14:tracePt t="10800" x="3006725" y="6097588"/>
          <p14:tracePt t="10808" x="3098800" y="6105525"/>
          <p14:tracePt t="10823" x="3189288" y="6115050"/>
          <p14:tracePt t="10839" x="3324225" y="6138863"/>
          <p14:tracePt t="10857" x="3424238" y="6181725"/>
          <p14:tracePt t="10857" x="3440113" y="6181725"/>
          <p14:tracePt t="10873" x="3465513" y="6189663"/>
          <p14:tracePt t="10874" x="3473450" y="6189663"/>
          <p14:tracePt t="10890" x="3482975" y="6197600"/>
          <p14:tracePt t="10969" x="3506788" y="6215063"/>
          <p14:tracePt t="10976" x="3532188" y="6230938"/>
          <p14:tracePt t="10984" x="3573463" y="6240463"/>
          <p14:tracePt t="11007" x="3690938" y="6297613"/>
          <p14:tracePt t="11024" x="3775075" y="6315075"/>
          <p14:tracePt t="11024" x="3798888" y="6315075"/>
          <p14:tracePt t="11041" x="3832225" y="6332538"/>
          <p14:tracePt t="11113" x="3841750" y="6340475"/>
          <p14:tracePt t="11121" x="3841750" y="6348413"/>
          <p14:tracePt t="11128" x="3841750" y="6373813"/>
          <p14:tracePt t="11140" x="3841750" y="6381750"/>
          <p14:tracePt t="11157" x="3841750" y="6399213"/>
          <p14:tracePt t="11174" x="3841750" y="6407150"/>
          <p14:tracePt t="11191" x="3832225" y="6415088"/>
          <p14:tracePt t="11241" x="3824288" y="6415088"/>
          <p14:tracePt t="11258" x="3798888" y="6415088"/>
          <p14:tracePt t="11264" x="3790950" y="6415088"/>
          <p14:tracePt t="11274" x="3765550" y="6432550"/>
          <p14:tracePt t="11290" x="3741738" y="6432550"/>
          <p14:tracePt t="11307" x="3708400" y="6432550"/>
          <p14:tracePt t="11325" x="3683000" y="6432550"/>
          <p14:tracePt t="11358" x="3675063" y="6432550"/>
          <p14:tracePt t="11441" x="3657600" y="6423025"/>
          <p14:tracePt t="11457" x="3649663" y="6423025"/>
          <p14:tracePt t="11737" x="3640138" y="6415088"/>
          <p14:tracePt t="11843" x="3640138" y="6407150"/>
          <p14:tracePt t="11848" x="3698875" y="6389688"/>
          <p14:tracePt t="11859" x="3741738" y="6373813"/>
          <p14:tracePt t="11875" x="3783013" y="6365875"/>
          <p14:tracePt t="11892" x="3790950" y="6365875"/>
          <p14:tracePt t="13882" x="3749675" y="6365875"/>
          <p14:tracePt t="13889" x="3598863" y="6365875"/>
          <p14:tracePt t="13898" x="3473450" y="6365875"/>
          <p14:tracePt t="13913" x="3314700" y="6373813"/>
          <p14:tracePt t="13930" x="2589213" y="6389688"/>
          <p14:tracePt t="13946" x="2212975" y="6399213"/>
          <p14:tracePt t="13963" x="2046288" y="6407150"/>
          <p14:tracePt t="13980" x="1946275" y="6423025"/>
          <p14:tracePt t="13996" x="1895475" y="6432550"/>
          <p14:tracePt t="14013" x="1870075" y="6440488"/>
          <p14:tracePt t="14030" x="1836738" y="6465888"/>
          <p14:tracePt t="14047" x="1820863" y="6473825"/>
          <p14:tracePt t="14064" x="1787525" y="6489700"/>
          <p14:tracePt t="14064" x="1778000" y="6499225"/>
          <p14:tracePt t="14080" x="1762125" y="6499225"/>
          <p14:tracePt t="14097" x="1728788" y="6515100"/>
          <p14:tracePt t="14113" x="1703388" y="6524625"/>
          <p14:tracePt t="14130" x="1695450" y="6532563"/>
          <p14:tracePt t="14147" x="1687513" y="6540500"/>
          <p14:tracePt t="14164" x="1670050" y="6548438"/>
          <p14:tracePt t="14180" x="1654175" y="6557963"/>
          <p14:tracePt t="14197" x="1628775" y="6565900"/>
          <p14:tracePt t="15097" x="1628775" y="6573838"/>
          <p14:tracePt t="15105" x="1662113" y="6573838"/>
          <p14:tracePt t="15115" x="1695450" y="6573838"/>
          <p14:tracePt t="15132" x="1803400" y="6581775"/>
          <p14:tracePt t="15149" x="1879600" y="6581775"/>
          <p14:tracePt t="15166" x="1920875" y="6581775"/>
          <p14:tracePt t="15183" x="1936750" y="6581775"/>
          <p14:tracePt t="15426" x="1995488" y="6581775"/>
          <p14:tracePt t="15434" x="2054225" y="6581775"/>
          <p14:tracePt t="15441" x="2154238" y="6581775"/>
          <p14:tracePt t="15449" x="2254250" y="6581775"/>
          <p14:tracePt t="15466" x="2413000" y="6607175"/>
          <p14:tracePt t="15483" x="2538413" y="6640513"/>
          <p14:tracePt t="15500" x="2630488" y="6657975"/>
          <p14:tracePt t="15516" x="2689225" y="6665913"/>
          <p14:tracePt t="15533" x="2755900" y="6665913"/>
          <p14:tracePt t="15550" x="2805113" y="6665913"/>
          <p14:tracePt t="15567" x="2814638" y="6665913"/>
          <p14:tracePt t="15583" x="2847975" y="6665913"/>
          <p14:tracePt t="15600" x="2863850" y="6665913"/>
          <p14:tracePt t="15617" x="2889250" y="6665913"/>
          <p14:tracePt t="15618" x="2897188" y="6657975"/>
          <p14:tracePt t="15633" x="2930525" y="6657975"/>
          <p14:tracePt t="15650" x="3014663" y="6657975"/>
          <p14:tracePt t="15673" x="3022600" y="6648450"/>
          <p14:tracePt t="15730" x="3030538" y="6648450"/>
          <p14:tracePt t="15737" x="3073400" y="6648450"/>
          <p14:tracePt t="15745" x="3132138" y="6648450"/>
          <p14:tracePt t="15767" x="3232150" y="6657975"/>
          <p14:tracePt t="15784" x="3290888" y="6673850"/>
          <p14:tracePt t="15785" x="3306763" y="6673850"/>
          <p14:tracePt t="15800" x="3314700" y="6683375"/>
          <p14:tracePt t="16338" x="3332163" y="6683375"/>
          <p14:tracePt t="16345" x="3348038" y="6683375"/>
          <p14:tracePt t="16353" x="3365500" y="6683375"/>
          <p14:tracePt t="16369" x="3373438" y="6683375"/>
          <p14:tracePt t="17018" x="3448050" y="6581775"/>
          <p14:tracePt t="17025" x="3698875" y="6197600"/>
          <p14:tracePt t="17037" x="3924300" y="5697538"/>
          <p14:tracePt t="17053" x="4425950" y="4243388"/>
          <p14:tracePt t="17070" x="4759325" y="2806700"/>
          <p14:tracePt t="17087" x="4826000" y="124460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3B6B-9105-F597-6C47-7C26BFFB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Board Assembly (top)</a:t>
            </a:r>
          </a:p>
        </p:txBody>
      </p:sp>
      <p:pic>
        <p:nvPicPr>
          <p:cNvPr id="4" name="Content Placeholder 3" descr="A green circuit board with a yellow object&#10;&#10;Description automatically generated">
            <a:extLst>
              <a:ext uri="{FF2B5EF4-FFF2-40B4-BE49-F238E27FC236}">
                <a16:creationId xmlns:a16="http://schemas.microsoft.com/office/drawing/2014/main" id="{5959B363-FCB5-3B85-2568-0BDDF9AD0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277007" y="1542696"/>
            <a:ext cx="9702633" cy="4950180"/>
          </a:xfrm>
          <a:prstGeom prst="rect">
            <a:avLst/>
          </a:prstGeom>
        </p:spPr>
      </p:pic>
      <p:pic>
        <p:nvPicPr>
          <p:cNvPr id="31" name="Audio 30">
            <a:hlinkClick r:id="" action="ppaction://media"/>
            <a:extLst>
              <a:ext uri="{FF2B5EF4-FFF2-40B4-BE49-F238E27FC236}">
                <a16:creationId xmlns:a16="http://schemas.microsoft.com/office/drawing/2014/main" id="{478C7521-D06A-9699-35B3-E3E2444AB0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80404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12"/>
    </mc:Choice>
    <mc:Fallback>
      <p:transition spd="slow" advTm="55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3B6B-9105-F597-6C47-7C26BFFB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Board Assembly (bottom)</a:t>
            </a:r>
          </a:p>
        </p:txBody>
      </p:sp>
      <p:pic>
        <p:nvPicPr>
          <p:cNvPr id="6" name="Picture 5" descr="A green circuit board with many small holes&#10;&#10;Description automatically generated">
            <a:extLst>
              <a:ext uri="{FF2B5EF4-FFF2-40B4-BE49-F238E27FC236}">
                <a16:creationId xmlns:a16="http://schemas.microsoft.com/office/drawing/2014/main" id="{B2E49777-2E5B-7571-C271-EEB3586B9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655" y="1690688"/>
            <a:ext cx="9088690" cy="4562378"/>
          </a:xfrm>
          <a:prstGeom prst="rect">
            <a:avLst/>
          </a:prstGeom>
        </p:spPr>
      </p:pic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3CEEA21B-1A6F-5926-4A98-764D68E9A5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62428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595"/>
    </mc:Choice>
    <mc:Fallback>
      <p:transition spd="slow" advTm="125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3EA1-B76F-0674-C63F-93A20283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on Waveform – No Load</a:t>
            </a:r>
          </a:p>
        </p:txBody>
      </p:sp>
      <p:pic>
        <p:nvPicPr>
          <p:cNvPr id="4" name="Picture 3" descr="A graph on a white surface&#10;&#10;Description automatically generated">
            <a:extLst>
              <a:ext uri="{FF2B5EF4-FFF2-40B4-BE49-F238E27FC236}">
                <a16:creationId xmlns:a16="http://schemas.microsoft.com/office/drawing/2014/main" id="{706A1CB4-88A0-C220-DB2E-231902BED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154" y="1556217"/>
            <a:ext cx="9221691" cy="4791986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360E70E3-C551-8C68-FF35-9F2E031A75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65774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15"/>
    </mc:Choice>
    <mc:Fallback>
      <p:transition spd="slow" advTm="128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751" x="3289300" y="3738563"/>
          <p14:tracePt t="2758" x="3513138" y="3706813"/>
          <p14:tracePt t="2766" x="3783013" y="3636963"/>
          <p14:tracePt t="2779" x="3906838" y="3598863"/>
          <p14:tracePt t="2797" x="4068763" y="3568700"/>
          <p14:tracePt t="2813" x="4184650" y="3552825"/>
          <p14:tracePt t="2830" x="4216400" y="3552825"/>
          <p14:tracePt t="2847" x="4230688" y="3582988"/>
          <p14:tracePt t="2847" x="4246563" y="3622675"/>
          <p14:tracePt t="2863" x="4270375" y="3684588"/>
          <p14:tracePt t="3079" x="4278313" y="3684588"/>
          <p14:tracePt t="3086" x="4284663" y="3684588"/>
          <p14:tracePt t="3135" x="4292600" y="3684588"/>
          <p14:tracePt t="3158" x="4292600" y="3676650"/>
          <p14:tracePt t="3174" x="4292600" y="3652838"/>
          <p14:tracePt t="3182" x="4292600" y="3644900"/>
          <p14:tracePt t="3190" x="4292600" y="3636963"/>
          <p14:tracePt t="3198" x="4292600" y="3622675"/>
          <p14:tracePt t="3214" x="4292600" y="3598863"/>
          <p14:tracePt t="3230" x="4284663" y="3560763"/>
          <p14:tracePt t="3247" x="4278313" y="3544888"/>
          <p14:tracePt t="3264" x="4278313" y="3536950"/>
          <p14:tracePt t="4439" x="4278313" y="3521075"/>
          <p14:tracePt t="4446" x="4308475" y="3459163"/>
          <p14:tracePt t="4454" x="4370388" y="3382963"/>
          <p14:tracePt t="4466" x="4400550" y="3336925"/>
          <p14:tracePt t="4483" x="4440238" y="3213100"/>
          <p14:tracePt t="4500" x="4462463" y="3119438"/>
          <p14:tracePt t="4517" x="4486275" y="3057525"/>
          <p14:tracePt t="4534" x="4494213" y="3011488"/>
          <p14:tracePt t="4550" x="4516438" y="2957513"/>
          <p14:tracePt t="4551" x="4516438" y="2943225"/>
          <p14:tracePt t="4567" x="4516438" y="2927350"/>
          <p14:tracePt t="4783" x="4508500" y="2833688"/>
          <p14:tracePt t="4791" x="4424363" y="2563813"/>
          <p14:tracePt t="4800" x="4346575" y="2347913"/>
          <p14:tracePt t="4817" x="3876675" y="1752600"/>
          <p14:tracePt t="4834" x="3289300" y="1382713"/>
          <p14:tracePt t="4851" x="2749550" y="1135063"/>
          <p14:tracePt t="4867" x="2455863" y="1003300"/>
          <p14:tracePt t="4884" x="2347913" y="957263"/>
          <p14:tracePt t="4901" x="2332038" y="942975"/>
          <p14:tracePt t="5111" x="2339975" y="949325"/>
          <p14:tracePt t="5120" x="2378075" y="1035050"/>
          <p14:tracePt t="5127" x="2432050" y="1119188"/>
          <p14:tracePt t="5135" x="2501900" y="1189038"/>
          <p14:tracePt t="5152" x="2601913" y="1243013"/>
          <p14:tracePt t="5168" x="2693988" y="1296988"/>
          <p14:tracePt t="5185" x="2787650" y="1336675"/>
          <p14:tracePt t="5202" x="2895600" y="1366838"/>
          <p14:tracePt t="5218" x="3011488" y="1404938"/>
          <p14:tracePt t="5235" x="3119438" y="1428750"/>
          <p14:tracePt t="5252" x="3235325" y="1428750"/>
          <p14:tracePt t="5268" x="3265488" y="1428750"/>
          <p14:tracePt t="5285" x="3327400" y="1412875"/>
          <p14:tracePt t="5286" x="3367088" y="1374775"/>
          <p14:tracePt t="5302" x="3413125" y="1343025"/>
          <p14:tracePt t="5318" x="3482975" y="1282700"/>
          <p14:tracePt t="5335" x="3636963" y="1173163"/>
          <p14:tracePt t="5352" x="3698875" y="1127125"/>
          <p14:tracePt t="5369" x="3714750" y="1112838"/>
          <p14:tracePt t="5385" x="3721100" y="1104900"/>
          <p14:tracePt t="5527" x="3721100" y="1127125"/>
          <p14:tracePt t="5534" x="3729038" y="1158875"/>
          <p14:tracePt t="5542" x="3729038" y="1173163"/>
          <p14:tracePt t="5553" x="3729038" y="1189038"/>
          <p14:tracePt t="5569" x="3729038" y="1212850"/>
          <p14:tracePt t="5586" x="3729038" y="1228725"/>
          <p14:tracePt t="5602" x="3729038" y="1258888"/>
          <p14:tracePt t="5619" x="3729038" y="1266825"/>
          <p14:tracePt t="5636" x="3714750" y="1266825"/>
          <p14:tracePt t="5695" x="3706813" y="1266825"/>
          <p14:tracePt t="5800" x="3698875" y="1266825"/>
          <p14:tracePt t="5847" x="3690938" y="1266825"/>
          <p14:tracePt t="5879" x="3690938" y="1289050"/>
          <p14:tracePt t="5888" x="3690938" y="1350963"/>
          <p14:tracePt t="5894" x="3690938" y="1420813"/>
          <p14:tracePt t="5903" x="3698875" y="1474788"/>
          <p14:tracePt t="5920" x="3752850" y="1606550"/>
          <p14:tracePt t="5936" x="3868738" y="1722438"/>
          <p14:tracePt t="5953" x="4030663" y="1830388"/>
          <p14:tracePt t="5970" x="4162425" y="1900238"/>
          <p14:tracePt t="5987" x="4278313" y="1976438"/>
          <p14:tracePt t="6003" x="4332288" y="2024063"/>
          <p14:tracePt t="6020" x="4362450" y="2062163"/>
          <p14:tracePt t="6037" x="4378325" y="2108200"/>
          <p14:tracePt t="6053" x="4462463" y="2200275"/>
          <p14:tracePt t="6071" x="4540250" y="2293938"/>
          <p14:tracePt t="6087" x="4686300" y="2432050"/>
          <p14:tracePt t="6104" x="5087938" y="2725738"/>
          <p14:tracePt t="6120" x="5473700" y="3035300"/>
          <p14:tracePt t="6137" x="5807075" y="3289300"/>
          <p14:tracePt t="6154" x="5953125" y="3459163"/>
          <p14:tracePt t="6170" x="6015038" y="3644900"/>
          <p14:tracePt t="6187" x="6053138" y="3822700"/>
          <p14:tracePt t="6204" x="6053138" y="3930650"/>
          <p14:tracePt t="6220" x="6015038" y="3984625"/>
          <p14:tracePt t="6237" x="5891213" y="4030663"/>
          <p14:tracePt t="6254" x="5643563" y="4062413"/>
          <p14:tracePt t="6271" x="5481638" y="4086225"/>
          <p14:tracePt t="6287" x="5141913" y="4140200"/>
          <p14:tracePt t="6304" x="5026025" y="4194175"/>
          <p14:tracePt t="6321" x="5003800" y="4208463"/>
          <p14:tracePt t="6338" x="4995863" y="4216400"/>
          <p14:tracePt t="6355" x="4995863" y="4240213"/>
          <p14:tracePt t="6391" x="5011738" y="4248150"/>
          <p14:tracePt t="6398" x="5049838" y="4248150"/>
          <p14:tracePt t="6406" x="5127625" y="4248150"/>
          <p14:tracePt t="6421" x="5273675" y="4240213"/>
          <p14:tracePt t="6438" x="5922963" y="4054475"/>
          <p14:tracePt t="6438" x="6262688" y="3908425"/>
          <p14:tracePt t="6454" x="6640513" y="3800475"/>
          <p14:tracePt t="6455" x="6972300" y="3698875"/>
          <p14:tracePt t="6471" x="7397750" y="3560763"/>
          <p14:tracePt t="6488" x="7458075" y="3521075"/>
          <p14:tracePt t="6504" x="7458075" y="3459163"/>
          <p14:tracePt t="6522" x="7435850" y="3367088"/>
          <p14:tracePt t="6538" x="7381875" y="3289300"/>
          <p14:tracePt t="6554" x="7312025" y="3205163"/>
          <p14:tracePt t="6572" x="7273925" y="3167063"/>
          <p14:tracePt t="6589" x="7227888" y="3135313"/>
          <p14:tracePt t="6605" x="7158038" y="3097213"/>
          <p14:tracePt t="6622" x="7088188" y="3065463"/>
          <p14:tracePt t="6638" x="7042150" y="3027363"/>
          <p14:tracePt t="6655" x="7010400" y="3011488"/>
          <p14:tracePt t="6656" x="7004050" y="2997200"/>
          <p14:tracePt t="6671" x="6988175" y="2949575"/>
          <p14:tracePt t="6688" x="6948488" y="2881313"/>
          <p14:tracePt t="6705" x="6926263" y="2841625"/>
          <p14:tracePt t="6722" x="6918325" y="2827338"/>
          <p14:tracePt t="6738" x="6910388" y="2819400"/>
          <p14:tracePt t="6755" x="6902450" y="2811463"/>
          <p14:tracePt t="6815" x="6880225" y="2819400"/>
          <p14:tracePt t="6823" x="6864350" y="2833688"/>
          <p14:tracePt t="6830" x="6848475" y="2841625"/>
          <p14:tracePt t="6847" x="6840538" y="2841625"/>
          <p14:tracePt t="6855" x="6832600" y="2841625"/>
          <p14:tracePt t="6904" x="6818313" y="2865438"/>
          <p14:tracePt t="6910" x="6802438" y="2903538"/>
          <p14:tracePt t="6922" x="6718300" y="2989263"/>
          <p14:tracePt t="6939" x="6632575" y="3143250"/>
          <p14:tracePt t="6955" x="6548438" y="3289300"/>
          <p14:tracePt t="6972" x="6446838" y="3444875"/>
          <p14:tracePt t="6989" x="6354763" y="3575050"/>
          <p14:tracePt t="7006" x="6284913" y="3706813"/>
          <p14:tracePt t="7023" x="6223000" y="3830638"/>
          <p14:tracePt t="7039" x="6130925" y="3976688"/>
          <p14:tracePt t="7056" x="6045200" y="4054475"/>
          <p14:tracePt t="7073" x="5929313" y="4140200"/>
          <p14:tracePt t="7090" x="5729288" y="4200525"/>
          <p14:tracePt t="7107" x="5513388" y="4262438"/>
          <p14:tracePt t="7123" x="5405438" y="4278313"/>
          <p14:tracePt t="7139" x="5381625" y="4278313"/>
          <p14:tracePt t="7328" x="5373688" y="4286250"/>
          <p14:tracePt t="7334" x="5343525" y="4294188"/>
          <p14:tracePt t="7343" x="5343525" y="4302125"/>
          <p14:tracePt t="7359" x="5335588" y="4294188"/>
          <p14:tracePt t="7373" x="5327650" y="4270375"/>
          <p14:tracePt t="7584" x="5319713" y="4270375"/>
          <p14:tracePt t="8353" x="5319713" y="4262438"/>
          <p14:tracePt t="8362" x="5343525" y="4262438"/>
          <p14:tracePt t="8366" x="5359400" y="4256088"/>
          <p14:tracePt t="8376" x="5381625" y="4248150"/>
          <p14:tracePt t="8392" x="5405438" y="4232275"/>
          <p14:tracePt t="8408" x="5435600" y="4216400"/>
          <p14:tracePt t="8426" x="5443538" y="4208463"/>
          <p14:tracePt t="8442" x="5473700" y="4146550"/>
          <p14:tracePt t="8459" x="5567363" y="3992563"/>
          <p14:tracePt t="8475" x="5721350" y="3752850"/>
          <p14:tracePt t="8492" x="5845175" y="3544888"/>
          <p14:tracePt t="8509" x="5937250" y="3421063"/>
          <p14:tracePt t="8525" x="6022975" y="3382963"/>
          <p14:tracePt t="8543" x="6053138" y="3359150"/>
          <p14:tracePt t="8544" x="6061075" y="3359150"/>
          <p14:tracePt t="8559" x="6069013" y="3351213"/>
          <p14:tracePt t="8575" x="6084888" y="3343275"/>
          <p14:tracePt t="8592" x="6169025" y="3282950"/>
          <p14:tracePt t="8609" x="6223000" y="3243263"/>
          <p14:tracePt t="8626" x="6284913" y="3205163"/>
          <p14:tracePt t="8643" x="6346825" y="3143250"/>
          <p14:tracePt t="8659" x="6400800" y="3081338"/>
          <p14:tracePt t="8676" x="6454775" y="2997200"/>
          <p14:tracePt t="8693" x="6478588" y="2927350"/>
          <p14:tracePt t="8710" x="6500813" y="2841625"/>
          <p14:tracePt t="8726" x="6516688" y="2795588"/>
          <p14:tracePt t="8727" x="6516688" y="2779713"/>
          <p14:tracePt t="8744" x="6516688" y="2771775"/>
          <p14:tracePt t="9200" x="6492875" y="2795588"/>
          <p14:tracePt t="9215" x="6492875" y="2803525"/>
          <p14:tracePt t="9576" x="6492875" y="2811463"/>
          <p14:tracePt t="9583" x="6516688" y="2833688"/>
          <p14:tracePt t="9594" x="6562725" y="2833688"/>
          <p14:tracePt t="9611" x="6648450" y="2833688"/>
          <p14:tracePt t="9628" x="6764338" y="2833688"/>
          <p14:tracePt t="9645" x="6810375" y="2833688"/>
          <p14:tracePt t="9661" x="6826250" y="2833688"/>
          <p14:tracePt t="9679" x="6856413" y="2833688"/>
          <p14:tracePt t="9680" x="6880225" y="2833688"/>
          <p14:tracePt t="9695" x="6894513" y="2833688"/>
          <p14:tracePt t="9696" x="6902450" y="2833688"/>
          <p14:tracePt t="9711" x="6942138" y="2827338"/>
          <p14:tracePt t="9728" x="6956425" y="2819400"/>
          <p14:tracePt t="9745" x="6980238" y="2803525"/>
          <p14:tracePt t="9762" x="6988175" y="2779713"/>
          <p14:tracePt t="9960" x="6996113" y="2765425"/>
          <p14:tracePt t="9967" x="7004050" y="2765425"/>
          <p14:tracePt t="10016" x="7004050" y="2757488"/>
          <p14:tracePt t="10024" x="7004050" y="2741613"/>
          <p14:tracePt t="10031" x="6988175" y="2741613"/>
          <p14:tracePt t="10045" x="6972300" y="2725738"/>
          <p14:tracePt t="10063" x="6942138" y="2711450"/>
          <p14:tracePt t="10080" x="6942138" y="2703513"/>
          <p14:tracePt t="10096" x="6934200" y="2695575"/>
          <p14:tracePt t="10160" x="6926263" y="2671763"/>
          <p14:tracePt t="10167" x="6918325" y="2663825"/>
          <p14:tracePt t="10175" x="6910388" y="2657475"/>
          <p14:tracePt t="10183" x="6910388" y="2649538"/>
          <p14:tracePt t="10196" x="6902450" y="2633663"/>
          <p14:tracePt t="10212" x="6894513" y="2625725"/>
          <p14:tracePt t="10229" x="6888163" y="2617788"/>
          <p14:tracePt t="10246" x="6880225" y="2617788"/>
          <p14:tracePt t="10263" x="6872288" y="2617788"/>
          <p14:tracePt t="10280" x="6872288" y="2609850"/>
          <p14:tracePt t="10296" x="6864350" y="2595563"/>
          <p14:tracePt t="10313" x="6856413" y="2587625"/>
          <p14:tracePt t="10330" x="6848475" y="2587625"/>
          <p14:tracePt t="10347" x="6848475" y="2579688"/>
          <p14:tracePt t="10416" x="6840538" y="2571750"/>
          <p14:tracePt t="11592" x="6810375" y="2571750"/>
          <p14:tracePt t="11599" x="6772275" y="2571750"/>
          <p14:tracePt t="11607" x="6718300" y="2601913"/>
          <p14:tracePt t="11616" x="6648450" y="2625725"/>
          <p14:tracePt t="11632" x="6500813" y="2663825"/>
          <p14:tracePt t="11649" x="6392863" y="2687638"/>
          <p14:tracePt t="11666" x="6300788" y="2725738"/>
          <p14:tracePt t="11683" x="6276975" y="2733675"/>
          <p14:tracePt t="11699" x="6269038" y="2741613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3EA1-B76F-0674-C63F-93A20283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on Waveform – 5A Load</a:t>
            </a:r>
          </a:p>
        </p:txBody>
      </p:sp>
      <p:pic>
        <p:nvPicPr>
          <p:cNvPr id="3" name="Picture 2" descr="A graph with orange lines&#10;&#10;Description automatically generated">
            <a:extLst>
              <a:ext uri="{FF2B5EF4-FFF2-40B4-BE49-F238E27FC236}">
                <a16:creationId xmlns:a16="http://schemas.microsoft.com/office/drawing/2014/main" id="{B5FD8D56-E5B1-1FC0-E053-00416FB272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4661" y="1510058"/>
            <a:ext cx="9612784" cy="4982817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B667A22B-252D-5F71-C076-3D98C5D918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25562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676"/>
    </mc:Choice>
    <mc:Fallback>
      <p:transition spd="slow" advTm="156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86" x="6208713" y="2771775"/>
          <p14:tracePt t="1092" x="6153150" y="2787650"/>
          <p14:tracePt t="1100" x="6107113" y="2827338"/>
          <p14:tracePt t="1117" x="6053138" y="2857500"/>
          <p14:tracePt t="1133" x="6045200" y="2903538"/>
          <p14:tracePt t="1150" x="6038850" y="3019425"/>
          <p14:tracePt t="1167" x="6069013" y="3057525"/>
          <p14:tracePt t="1184" x="6130925" y="3105150"/>
          <p14:tracePt t="1201" x="6246813" y="3173413"/>
          <p14:tracePt t="1217" x="6269038" y="3197225"/>
          <p14:tracePt t="1437" x="6284913" y="3197225"/>
          <p14:tracePt t="1444" x="6300788" y="3213100"/>
          <p14:tracePt t="1589" x="6276975" y="3213100"/>
          <p14:tracePt t="1596" x="6254750" y="3213100"/>
          <p14:tracePt t="1604" x="6208713" y="3235325"/>
          <p14:tracePt t="1618" x="6161088" y="3243263"/>
          <p14:tracePt t="1635" x="6061075" y="3282950"/>
          <p14:tracePt t="1651" x="5969000" y="3336925"/>
          <p14:tracePt t="1668" x="5907088" y="3390900"/>
          <p14:tracePt t="1685" x="5799138" y="3467100"/>
          <p14:tracePt t="1702" x="5699125" y="3544888"/>
          <p14:tracePt t="1718" x="5675313" y="3606800"/>
          <p14:tracePt t="1734" x="5667375" y="3652838"/>
          <p14:tracePt t="1751" x="5659438" y="3668713"/>
          <p14:tracePt t="1768" x="5659438" y="3676650"/>
          <p14:tracePt t="1942" x="5659438" y="3684588"/>
          <p14:tracePt t="2221" x="5651500" y="3690938"/>
          <p14:tracePt t="2917" x="5651500" y="3698875"/>
          <p14:tracePt t="2933" x="5659438" y="3706813"/>
          <p14:tracePt t="2965" x="5659438" y="3714750"/>
          <p14:tracePt t="3038" x="5651500" y="3714750"/>
          <p14:tracePt t="3054" x="5637213" y="3714750"/>
          <p14:tracePt t="3069" x="5605463" y="3714750"/>
          <p14:tracePt t="3077" x="5583238" y="3714750"/>
          <p14:tracePt t="3087" x="5551488" y="3714750"/>
          <p14:tracePt t="3104" x="5481638" y="3722688"/>
          <p14:tracePt t="3121" x="5405438" y="3752850"/>
          <p14:tracePt t="3138" x="5289550" y="3800475"/>
          <p14:tracePt t="3154" x="5165725" y="3830638"/>
          <p14:tracePt t="3172" x="4987925" y="3876675"/>
          <p14:tracePt t="3173" x="4895850" y="3900488"/>
          <p14:tracePt t="3188" x="4826000" y="3908425"/>
          <p14:tracePt t="3205" x="4532313" y="3962400"/>
          <p14:tracePt t="3222" x="4316413" y="3992563"/>
          <p14:tracePt t="3238" x="4100513" y="4016375"/>
          <p14:tracePt t="3272" x="3952875" y="4016375"/>
          <p14:tracePt t="3289" x="3930650" y="4030663"/>
          <p14:tracePt t="3305" x="3906838" y="4038600"/>
          <p14:tracePt t="3325" x="3898900" y="4038600"/>
          <p14:tracePt t="3341" x="3890963" y="4038600"/>
          <p14:tracePt t="3479" x="3930650" y="4038600"/>
          <p14:tracePt t="3485" x="3960813" y="4038600"/>
          <p14:tracePt t="3493" x="3984625" y="4038600"/>
          <p14:tracePt t="3505" x="4022725" y="4038600"/>
          <p14:tracePt t="3522" x="4100513" y="4038600"/>
          <p14:tracePt t="3539" x="4162425" y="4038600"/>
          <p14:tracePt t="3556" x="4200525" y="4046538"/>
          <p14:tracePt t="3557" x="4224338" y="4054475"/>
          <p14:tracePt t="3573" x="4246563" y="4062413"/>
          <p14:tracePt t="3589" x="4300538" y="4062413"/>
          <p14:tracePt t="3605" x="4494213" y="4124325"/>
          <p14:tracePt t="3622" x="4648200" y="4162425"/>
          <p14:tracePt t="3639" x="4772025" y="4248150"/>
          <p14:tracePt t="3655" x="4848225" y="4340225"/>
          <p14:tracePt t="3672" x="4879975" y="4448175"/>
          <p14:tracePt t="3689" x="4887913" y="4564063"/>
          <p14:tracePt t="3706" x="4887913" y="4657725"/>
          <p14:tracePt t="3722" x="4887913" y="4749800"/>
          <p14:tracePt t="3739" x="4879975" y="4811713"/>
          <p14:tracePt t="3756" x="4833938" y="4895850"/>
          <p14:tracePt t="3757" x="4794250" y="4935538"/>
          <p14:tracePt t="3773" x="4772025" y="4973638"/>
          <p14:tracePt t="3789" x="4678363" y="5035550"/>
          <p14:tracePt t="3806" x="4640263" y="5035550"/>
          <p14:tracePt t="3823" x="4594225" y="5051425"/>
          <p14:tracePt t="3840" x="4578350" y="5051425"/>
          <p14:tracePt t="3902" x="4586288" y="5035550"/>
          <p14:tracePt t="3909" x="4602163" y="5019675"/>
          <p14:tracePt t="3917" x="4624388" y="4981575"/>
          <p14:tracePt t="3940" x="4678363" y="4927600"/>
          <p14:tracePt t="3956" x="4733925" y="4895850"/>
          <p14:tracePt t="3957" x="4764088" y="4873625"/>
          <p14:tracePt t="3973" x="4787900" y="4857750"/>
          <p14:tracePt t="3990" x="4841875" y="4795838"/>
          <p14:tracePt t="4007" x="4864100" y="4772025"/>
          <p14:tracePt t="4023" x="4949825" y="4749800"/>
          <p14:tracePt t="4040" x="5133975" y="4749800"/>
          <p14:tracePt t="4057" x="5303838" y="4779963"/>
          <p14:tracePt t="4073" x="5451475" y="4819650"/>
          <p14:tracePt t="4091" x="5559425" y="4849813"/>
          <p14:tracePt t="4107" x="5621338" y="4865688"/>
          <p14:tracePt t="4123" x="5643563" y="4865688"/>
          <p14:tracePt t="4140" x="5675313" y="4873625"/>
          <p14:tracePt t="4157" x="5775325" y="4903788"/>
          <p14:tracePt t="4158" x="5829300" y="4919663"/>
          <p14:tracePt t="4173" x="5868988" y="4943475"/>
          <p14:tracePt t="4174" x="5907088" y="4957763"/>
          <p14:tracePt t="4190" x="5953125" y="4981575"/>
          <p14:tracePt t="4207" x="5969000" y="4989513"/>
          <p14:tracePt t="4262" x="5983288" y="4989513"/>
          <p14:tracePt t="4269" x="5991225" y="4989513"/>
          <p14:tracePt t="4277" x="6022975" y="4989513"/>
          <p14:tracePt t="4290" x="6084888" y="4989513"/>
          <p14:tracePt t="4307" x="6130925" y="4989513"/>
          <p14:tracePt t="4325" x="6146800" y="4989513"/>
          <p14:tracePt t="4389" x="6153150" y="4989513"/>
          <p14:tracePt t="11495" x="6161088" y="4981575"/>
          <p14:tracePt t="11503" x="6161088" y="4887913"/>
          <p14:tracePt t="11510" x="6161088" y="4803775"/>
          <p14:tracePt t="11523" x="6161088" y="4787900"/>
          <p14:tracePt t="11540" x="6161088" y="4779963"/>
          <p14:tracePt t="11557" x="6161088" y="4733925"/>
          <p14:tracePt t="11573" x="6146800" y="4679950"/>
          <p14:tracePt t="11574" x="6130925" y="4657725"/>
          <p14:tracePt t="11590" x="6107113" y="4625975"/>
          <p14:tracePt t="11591" x="6084888" y="4595813"/>
          <p14:tracePt t="11607" x="6061075" y="4518025"/>
          <p14:tracePt t="11623" x="6007100" y="4394200"/>
          <p14:tracePt t="11640" x="5853113" y="4286250"/>
          <p14:tracePt t="11656" x="5759450" y="4240213"/>
          <p14:tracePt t="11690" x="5705475" y="4200525"/>
          <p14:tracePt t="11928" x="5705475" y="4186238"/>
          <p14:tracePt t="11935" x="5705475" y="4170363"/>
          <p14:tracePt t="11942" x="5705475" y="4140200"/>
          <p14:tracePt t="11958" x="5705475" y="4078288"/>
          <p14:tracePt t="11959" x="5667375" y="4038600"/>
          <p14:tracePt t="11974" x="5621338" y="3984625"/>
          <p14:tracePt t="11991" x="5529263" y="3846513"/>
          <p14:tracePt t="12007" x="5497513" y="3784600"/>
          <p14:tracePt t="12024" x="5497513" y="3722688"/>
          <p14:tracePt t="12041" x="5497513" y="3629025"/>
          <p14:tracePt t="12058" x="5497513" y="3552825"/>
          <p14:tracePt t="12075" x="5543550" y="3467100"/>
          <p14:tracePt t="12091" x="5583238" y="3390900"/>
          <p14:tracePt t="12108" x="5605463" y="3313113"/>
          <p14:tracePt t="12125" x="5629275" y="3259138"/>
          <p14:tracePt t="12141" x="5667375" y="3213100"/>
          <p14:tracePt t="12158" x="5713413" y="3159125"/>
          <p14:tracePt t="12174" x="5759450" y="3113088"/>
          <p14:tracePt t="12191" x="5845175" y="3043238"/>
          <p14:tracePt t="12208" x="5883275" y="3019425"/>
          <p14:tracePt t="12225" x="5953125" y="2989263"/>
          <p14:tracePt t="12242" x="6007100" y="2981325"/>
          <p14:tracePt t="12258" x="6045200" y="2981325"/>
          <p14:tracePt t="12275" x="6069013" y="2981325"/>
          <p14:tracePt t="12292" x="6138863" y="2949575"/>
          <p14:tracePt t="12308" x="6200775" y="2911475"/>
          <p14:tracePt t="12325" x="6230938" y="2895600"/>
          <p14:tracePt t="12342" x="6230938" y="2887663"/>
          <p14:tracePt t="12431" x="6230938" y="2881313"/>
          <p14:tracePt t="12438" x="6230938" y="2857500"/>
          <p14:tracePt t="12446" x="6223000" y="2827338"/>
          <p14:tracePt t="12458" x="6215063" y="2827338"/>
          <p14:tracePt t="12475" x="6184900" y="2811463"/>
          <p14:tracePt t="12492" x="6153150" y="2795588"/>
          <p14:tracePt t="12508" x="6115050" y="2779713"/>
          <p14:tracePt t="12567" x="6099175" y="2779713"/>
          <p14:tracePt t="12574" x="6069013" y="2779713"/>
          <p14:tracePt t="12582" x="6045200" y="2779713"/>
          <p14:tracePt t="12592" x="6015038" y="2779713"/>
          <p14:tracePt t="12609" x="5961063" y="2771775"/>
          <p14:tracePt t="12626" x="5907088" y="2771775"/>
          <p14:tracePt t="12642" x="5853113" y="2765425"/>
          <p14:tracePt t="12659" x="5783263" y="2749550"/>
          <p14:tracePt t="12676" x="5745163" y="2741613"/>
          <p14:tracePt t="12692" x="5729288" y="2733675"/>
          <p14:tracePt t="12709" x="5721350" y="2725738"/>
          <p14:tracePt t="12823" x="5721350" y="2711450"/>
          <p14:tracePt t="12831" x="5721350" y="2679700"/>
          <p14:tracePt t="12838" x="5713413" y="2657475"/>
          <p14:tracePt t="12859" x="5713413" y="2625725"/>
          <p14:tracePt t="12876" x="5699125" y="2595563"/>
          <p14:tracePt t="12893" x="5691188" y="2579688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37BE-FD2D-63DA-AA3A-67E3F054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vs Load Current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0A790C2-2081-1368-B576-971FE9F857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507269"/>
              </p:ext>
            </p:extLst>
          </p:nvPr>
        </p:nvGraphicFramePr>
        <p:xfrm>
          <a:off x="2412125" y="1560787"/>
          <a:ext cx="7362496" cy="4556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8A109DA8-C57F-99FD-9B8B-03D935D977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96070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760"/>
    </mc:Choice>
    <mc:Fallback>
      <p:transition spd="slow" advTm="207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89" x="5667375" y="2579688"/>
          <p14:tracePt t="1097" x="5637213" y="2579688"/>
          <p14:tracePt t="1105" x="5605463" y="2579688"/>
          <p14:tracePt t="1113" x="5583238" y="2587625"/>
          <p14:tracePt t="1435" x="5567363" y="2601913"/>
          <p14:tracePt t="1442" x="5543550" y="2625725"/>
          <p14:tracePt t="1449" x="5513388" y="2649538"/>
          <p14:tracePt t="1464" x="5505450" y="2717800"/>
          <p14:tracePt t="1480" x="5551488" y="2803525"/>
          <p14:tracePt t="1497" x="5559425" y="2811463"/>
          <p14:tracePt t="1513" x="5559425" y="2819400"/>
          <p14:tracePt t="1818" x="5567363" y="2819400"/>
          <p14:tracePt t="3866" x="5551488" y="2819400"/>
          <p14:tracePt t="3882" x="5543550" y="2827338"/>
          <p14:tracePt t="3930" x="5529263" y="2827338"/>
          <p14:tracePt t="3937" x="5529263" y="2833688"/>
          <p14:tracePt t="3994" x="5543550" y="2833688"/>
          <p14:tracePt t="4002" x="5551488" y="2827338"/>
          <p14:tracePt t="4009" x="5551488" y="2795588"/>
          <p14:tracePt t="4042" x="5551488" y="2787650"/>
          <p14:tracePt t="4115" x="5559425" y="2771775"/>
          <p14:tracePt t="4675" x="5551488" y="2771775"/>
          <p14:tracePt t="4682" x="5543550" y="2771775"/>
          <p14:tracePt t="4698" x="5535613" y="2771775"/>
          <p14:tracePt t="4922" x="5513388" y="2771775"/>
          <p14:tracePt t="4930" x="5497513" y="2787650"/>
          <p14:tracePt t="4938" x="5489575" y="2795588"/>
          <p14:tracePt t="4954" x="5481638" y="2819400"/>
          <p14:tracePt t="4979" x="5473700" y="2819400"/>
          <p14:tracePt t="5339" x="5513388" y="2779713"/>
          <p14:tracePt t="5346" x="5551488" y="2741613"/>
          <p14:tracePt t="5355" x="5597525" y="2687638"/>
          <p14:tracePt t="5372" x="5643563" y="2617788"/>
          <p14:tracePt t="5389" x="5675313" y="2563813"/>
          <p14:tracePt t="5405" x="5699125" y="2533650"/>
          <p14:tracePt t="5843" x="5721350" y="2547938"/>
          <p14:tracePt t="5850" x="5759450" y="2563813"/>
          <p14:tracePt t="5866" x="5767388" y="2571750"/>
          <p14:tracePt t="5874" x="5783263" y="2571750"/>
          <p14:tracePt t="5891" x="5791200" y="2579688"/>
          <p14:tracePt t="5947" x="5813425" y="2601913"/>
          <p14:tracePt t="5954" x="5829300" y="2609850"/>
          <p14:tracePt t="5962" x="5845175" y="2617788"/>
          <p14:tracePt t="5973" x="5853113" y="2633663"/>
          <p14:tracePt t="5990" x="5868988" y="2633663"/>
          <p14:tracePt t="6007" x="5875338" y="2649538"/>
          <p14:tracePt t="6023" x="5891213" y="2671763"/>
          <p14:tracePt t="6226" x="5907088" y="2671763"/>
          <p14:tracePt t="6234" x="5915025" y="2679700"/>
          <p14:tracePt t="6250" x="5922963" y="2695575"/>
          <p14:tracePt t="6258" x="5929313" y="2711450"/>
          <p14:tracePt t="6274" x="5937250" y="2717800"/>
          <p14:tracePt t="6291" x="5953125" y="2741613"/>
          <p14:tracePt t="6307" x="5961063" y="2749550"/>
          <p14:tracePt t="6403" x="5969000" y="2749550"/>
          <p14:tracePt t="6459" x="5969000" y="2733675"/>
          <p14:tracePt t="6491" x="5976938" y="2725738"/>
          <p14:tracePt t="6506" x="5976938" y="2717800"/>
          <p14:tracePt t="6514" x="5976938" y="2711450"/>
          <p14:tracePt t="6524" x="5976938" y="2703513"/>
          <p14:tracePt t="6547" x="5976938" y="2687638"/>
          <p14:tracePt t="6570" x="5976938" y="2679700"/>
          <p14:tracePt t="6587" x="5976938" y="2671763"/>
          <p14:tracePt t="6602" x="5976938" y="2657475"/>
          <p14:tracePt t="6610" x="5983288" y="2641600"/>
          <p14:tracePt t="6642" x="5999163" y="2579688"/>
          <p14:tracePt t="6659" x="6022975" y="2563813"/>
          <p14:tracePt t="6675" x="6030913" y="2541588"/>
          <p14:tracePt t="6692" x="6038850" y="2533650"/>
          <p14:tracePt t="7011" x="6030913" y="2587625"/>
          <p14:tracePt t="7018" x="5969000" y="2657475"/>
          <p14:tracePt t="7026" x="5899150" y="2717800"/>
          <p14:tracePt t="7042" x="5807075" y="2819400"/>
          <p14:tracePt t="7059" x="5497513" y="3081338"/>
          <p14:tracePt t="7076" x="5249863" y="3282950"/>
          <p14:tracePt t="7093" x="4949825" y="3514725"/>
          <p14:tracePt t="7109" x="4764088" y="3776663"/>
          <p14:tracePt t="7126" x="4578350" y="4046538"/>
          <p14:tracePt t="7143" x="4440238" y="4294188"/>
          <p14:tracePt t="7159" x="4308475" y="4486275"/>
          <p14:tracePt t="7176" x="4216400" y="4610100"/>
          <p14:tracePt t="7193" x="4146550" y="4741863"/>
          <p14:tracePt t="7194" x="4122738" y="4819650"/>
          <p14:tracePt t="7209" x="4100513" y="4903788"/>
          <p14:tracePt t="7226" x="4084638" y="5065713"/>
          <p14:tracePt t="7243" x="4046538" y="5275263"/>
          <p14:tracePt t="7259" x="3998913" y="5399088"/>
          <p14:tracePt t="7276" x="3938588" y="5507038"/>
          <p14:tracePt t="7293" x="3860800" y="5645150"/>
          <p14:tracePt t="7309" x="3814763" y="5792788"/>
          <p14:tracePt t="7326" x="3768725" y="5946775"/>
          <p14:tracePt t="7343" x="3736975" y="6038850"/>
          <p14:tracePt t="7360" x="3729038" y="6100763"/>
          <p14:tracePt t="7377" x="3729038" y="6116638"/>
          <p14:tracePt t="7393" x="3729038" y="6124575"/>
          <p14:tracePt t="7410" x="3729038" y="6146800"/>
          <p14:tracePt t="7427" x="3736975" y="6154738"/>
          <p14:tracePt t="7443" x="3736975" y="6162675"/>
          <p14:tracePt t="7619" x="3721100" y="6146800"/>
          <p14:tracePt t="7626" x="3690938" y="6116638"/>
          <p14:tracePt t="7634" x="3690938" y="6108700"/>
          <p14:tracePt t="7643" x="3667125" y="6070600"/>
          <p14:tracePt t="7660" x="3644900" y="6054725"/>
          <p14:tracePt t="7677" x="3644900" y="6024563"/>
          <p14:tracePt t="7694" x="3644900" y="6016625"/>
          <p14:tracePt t="7711" x="3644900" y="6008688"/>
          <p14:tracePt t="7727" x="3644900" y="6000750"/>
          <p14:tracePt t="7744" x="3644900" y="5992813"/>
          <p14:tracePt t="7761" x="3667125" y="5970588"/>
          <p14:tracePt t="7762" x="3690938" y="5970588"/>
          <p14:tracePt t="7777" x="3698875" y="5954713"/>
          <p14:tracePt t="7794" x="3714750" y="5946775"/>
          <p14:tracePt t="7810" x="3721100" y="5938838"/>
          <p14:tracePt t="8299" x="3729038" y="5930900"/>
          <p14:tracePt t="8306" x="3744913" y="5922963"/>
          <p14:tracePt t="8314" x="3798888" y="5908675"/>
          <p14:tracePt t="8328" x="3868738" y="5884863"/>
          <p14:tracePt t="8345" x="3930650" y="5868988"/>
          <p14:tracePt t="8346" x="3976688" y="5854700"/>
          <p14:tracePt t="8362" x="4030663" y="5854700"/>
          <p14:tracePt t="8362" x="4046538" y="5854700"/>
          <p14:tracePt t="8379" x="4054475" y="5854700"/>
          <p14:tracePt t="8755" x="4060825" y="5854700"/>
          <p14:tracePt t="8764" x="4100513" y="5854700"/>
          <p14:tracePt t="8770" x="4200525" y="5854700"/>
          <p14:tracePt t="8779" x="4292600" y="5854700"/>
          <p14:tracePt t="8796" x="4462463" y="5854700"/>
          <p14:tracePt t="8813" x="4586288" y="5854700"/>
          <p14:tracePt t="8830" x="4648200" y="5861050"/>
          <p14:tracePt t="8847" x="4656138" y="5861050"/>
          <p14:tracePt t="8863" x="4678363" y="5861050"/>
          <p14:tracePt t="8880" x="4733925" y="5846763"/>
          <p14:tracePt t="8897" x="4772025" y="5807075"/>
          <p14:tracePt t="8913" x="4779963" y="5792788"/>
          <p14:tracePt t="8979" x="4787900" y="5768975"/>
          <p14:tracePt t="8986" x="4787900" y="5730875"/>
          <p14:tracePt t="8996" x="4802188" y="5691188"/>
          <p14:tracePt t="9013" x="4810125" y="5629275"/>
          <p14:tracePt t="9030" x="4810125" y="5529263"/>
          <p14:tracePt t="9047" x="4810125" y="5491163"/>
          <p14:tracePt t="9064" x="4810125" y="5467350"/>
          <p14:tracePt t="9080" x="4802188" y="5459413"/>
          <p14:tracePt t="9171" x="4802188" y="5453063"/>
          <p14:tracePt t="9395" x="4794250" y="5453063"/>
          <p14:tracePt t="9403" x="4787900" y="5467350"/>
          <p14:tracePt t="9435" x="4787900" y="5475288"/>
          <p14:tracePt t="9523" x="4787900" y="5429250"/>
          <p14:tracePt t="9530" x="4787900" y="5359400"/>
          <p14:tracePt t="9539" x="4787900" y="5283200"/>
          <p14:tracePt t="9548" x="4787900" y="5197475"/>
          <p14:tracePt t="9564" x="4802188" y="4997450"/>
          <p14:tracePt t="9581" x="4802188" y="4833938"/>
          <p14:tracePt t="9598" x="4826000" y="4718050"/>
          <p14:tracePt t="9614" x="4879975" y="4618038"/>
          <p14:tracePt t="9632" x="4964113" y="4494213"/>
          <p14:tracePt t="9648" x="5065713" y="4371975"/>
          <p14:tracePt t="9665" x="5133975" y="4208463"/>
          <p14:tracePt t="9682" x="5149850" y="4092575"/>
          <p14:tracePt t="9683" x="5157788" y="4024313"/>
          <p14:tracePt t="9698" x="5173663" y="3954463"/>
          <p14:tracePt t="9715" x="5227638" y="3838575"/>
          <p14:tracePt t="9732" x="5343525" y="3684588"/>
          <p14:tracePt t="9749" x="5443538" y="3614738"/>
          <p14:tracePt t="9765" x="5559425" y="3568700"/>
          <p14:tracePt t="9782" x="5643563" y="3529013"/>
          <p14:tracePt t="9799" x="5721350" y="3506788"/>
          <p14:tracePt t="9815" x="5783263" y="3498850"/>
          <p14:tracePt t="9832" x="5821363" y="3498850"/>
          <p14:tracePt t="9866" x="5845175" y="3498850"/>
          <p14:tracePt t="10139" x="5883275" y="3521075"/>
          <p14:tracePt t="10146" x="5976938" y="3552825"/>
          <p14:tracePt t="10155" x="6069013" y="3560763"/>
          <p14:tracePt t="10166" x="6130925" y="3560763"/>
          <p14:tracePt t="10183" x="6238875" y="3582988"/>
          <p14:tracePt t="10199" x="6269038" y="3590925"/>
          <p14:tracePt t="10216" x="6292850" y="3606800"/>
          <p14:tracePt t="10283" x="6300788" y="3614738"/>
          <p14:tracePt t="10291" x="6323013" y="3629025"/>
          <p14:tracePt t="10299" x="6338888" y="3629025"/>
          <p14:tracePt t="10347" x="6316663" y="3614738"/>
          <p14:tracePt t="10354" x="6284913" y="3590925"/>
          <p14:tracePt t="10366" x="6276975" y="3575050"/>
          <p14:tracePt t="10683" x="6276975" y="3622675"/>
          <p14:tracePt t="10691" x="6300788" y="3676650"/>
          <p14:tracePt t="10700" x="6338888" y="3744913"/>
          <p14:tracePt t="10717" x="6446838" y="3860800"/>
          <p14:tracePt t="10734" x="6492875" y="3930650"/>
          <p14:tracePt t="10751" x="6500813" y="3954463"/>
          <p14:tracePt t="10787" x="6500813" y="3962400"/>
          <p14:tracePt t="11036" x="6492875" y="3962400"/>
          <p14:tracePt t="11042" x="6478588" y="3954463"/>
          <p14:tracePt t="11052" x="6454775" y="3954463"/>
          <p14:tracePt t="11068" x="6446838" y="3954463"/>
          <p14:tracePt t="11085" x="6438900" y="3954463"/>
          <p14:tracePt t="11291" x="6432550" y="3938588"/>
          <p14:tracePt t="11299" x="6432550" y="3876675"/>
          <p14:tracePt t="11307" x="6432550" y="3822700"/>
          <p14:tracePt t="11319" x="6432550" y="3784600"/>
          <p14:tracePt t="11335" x="6432550" y="3629025"/>
          <p14:tracePt t="11351" x="6446838" y="3444875"/>
          <p14:tracePt t="11369" x="6454775" y="3251200"/>
          <p14:tracePt t="11385" x="6454775" y="3113088"/>
          <p14:tracePt t="11402" x="6454775" y="3011488"/>
          <p14:tracePt t="11419" x="6438900" y="2935288"/>
          <p14:tracePt t="11435" x="6424613" y="2841625"/>
          <p14:tracePt t="11452" x="6416675" y="2795588"/>
          <p14:tracePt t="11469" x="6408738" y="2757488"/>
          <p14:tracePt t="11485" x="6384925" y="2711450"/>
          <p14:tracePt t="11502" x="6346825" y="2657475"/>
          <p14:tracePt t="11519" x="6308725" y="2617788"/>
          <p14:tracePt t="11535" x="6246813" y="2547938"/>
          <p14:tracePt t="11552" x="6208713" y="2501900"/>
          <p14:tracePt t="11570" x="6153150" y="2439988"/>
          <p14:tracePt t="11586" x="6122988" y="2417763"/>
          <p14:tracePt t="11602" x="6092825" y="2393950"/>
          <p14:tracePt t="11619" x="6076950" y="2378075"/>
          <p14:tracePt t="11636" x="6030913" y="2378075"/>
          <p14:tracePt t="11653" x="6022975" y="2371725"/>
          <p14:tracePt t="11716" x="6015038" y="2371725"/>
          <p14:tracePt t="11723" x="6007100" y="2393950"/>
          <p14:tracePt t="11731" x="5999163" y="2409825"/>
          <p14:tracePt t="11753" x="5991225" y="2439988"/>
          <p14:tracePt t="11769" x="5991225" y="2486025"/>
          <p14:tracePt t="11770" x="5991225" y="2509838"/>
          <p14:tracePt t="11786" x="5991225" y="2541588"/>
          <p14:tracePt t="11787" x="6022975" y="2579688"/>
          <p14:tracePt t="11803" x="6038850" y="2609850"/>
          <p14:tracePt t="11804" x="6045200" y="2617788"/>
          <p14:tracePt t="11820" x="6061075" y="2633663"/>
          <p14:tracePt t="11837" x="6069013" y="2641600"/>
          <p14:tracePt t="11980" x="6076950" y="2641600"/>
          <p14:tracePt t="11987" x="6138863" y="2625725"/>
          <p14:tracePt t="11995" x="6169025" y="2617788"/>
          <p14:tracePt t="12004" x="6208713" y="2595563"/>
          <p14:tracePt t="12020" x="6254750" y="2579688"/>
          <p14:tracePt t="12037" x="6292850" y="2563813"/>
          <p14:tracePt t="12164" x="6300788" y="2563813"/>
          <p14:tracePt t="12364" x="6292850" y="2555875"/>
          <p14:tracePt t="12371" x="6284913" y="2541588"/>
          <p14:tracePt t="12396" x="6276975" y="2541588"/>
          <p14:tracePt t="12411" x="6276975" y="2533650"/>
          <p14:tracePt t="15157" x="6262688" y="2525713"/>
          <p14:tracePt t="15196" x="6254750" y="2525713"/>
          <p14:tracePt t="16004" x="6246813" y="2517775"/>
          <p14:tracePt t="16660" x="6230938" y="2517775"/>
          <p14:tracePt t="16668" x="6223000" y="2517775"/>
          <p14:tracePt t="16680" x="6200775" y="2517775"/>
          <p14:tracePt t="16697" x="6176963" y="2525713"/>
          <p14:tracePt t="16909" x="6153150" y="2525713"/>
          <p14:tracePt t="16916" x="6122988" y="2533650"/>
          <p14:tracePt t="16924" x="6115050" y="2533650"/>
          <p14:tracePt t="16948" x="6076950" y="2533650"/>
          <p14:tracePt t="16949" x="6053138" y="2533650"/>
          <p14:tracePt t="16964" x="6038850" y="2533650"/>
          <p14:tracePt t="18445" x="6045200" y="2533650"/>
          <p14:tracePt t="18452" x="6069013" y="2555875"/>
          <p14:tracePt t="18460" x="6076950" y="2579688"/>
          <p14:tracePt t="18468" x="6084888" y="2595563"/>
          <p14:tracePt t="18484" x="6107113" y="2601913"/>
          <p14:tracePt t="18501" x="6107113" y="2609850"/>
          <p14:tracePt t="18629" x="6107113" y="2595563"/>
          <p14:tracePt t="18636" x="6092825" y="2587625"/>
          <p14:tracePt t="18644" x="6092825" y="2571750"/>
          <p14:tracePt t="18668" x="6092825" y="2555875"/>
          <p14:tracePt t="18685" x="6084888" y="2541588"/>
          <p14:tracePt t="18701" x="6076950" y="2533650"/>
          <p14:tracePt t="19134" x="6122988" y="2595563"/>
          <p14:tracePt t="19140" x="6238875" y="2741613"/>
          <p14:tracePt t="19152" x="6330950" y="2857500"/>
          <p14:tracePt t="19169" x="6670675" y="3089275"/>
          <p14:tracePt t="19186" x="6840538" y="3205163"/>
          <p14:tracePt t="19203" x="6902450" y="3251200"/>
          <p14:tracePt t="19219" x="6934200" y="3282950"/>
          <p14:tracePt t="19220" x="6934200" y="3297238"/>
          <p14:tracePt t="19485" x="6926263" y="3313113"/>
          <p14:tracePt t="19492" x="6918325" y="3313113"/>
          <p14:tracePt t="19503" x="6894513" y="3321050"/>
          <p14:tracePt t="19520" x="6840538" y="3351213"/>
          <p14:tracePt t="19536" x="6756400" y="3429000"/>
          <p14:tracePt t="19553" x="6694488" y="3490913"/>
          <p14:tracePt t="19570" x="6632575" y="3560763"/>
          <p14:tracePt t="19587" x="6608763" y="3575050"/>
          <p14:tracePt t="19604" x="6602413" y="3590925"/>
          <p14:tracePt t="19620" x="6594475" y="3590925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37BE-FD2D-63DA-AA3A-67E3F054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Steady state – No load</a:t>
            </a:r>
          </a:p>
        </p:txBody>
      </p:sp>
      <p:pic>
        <p:nvPicPr>
          <p:cNvPr id="3" name="Picture 2" descr="A screen shot of a graph&#10;&#10;Description automatically generated">
            <a:extLst>
              <a:ext uri="{FF2B5EF4-FFF2-40B4-BE49-F238E27FC236}">
                <a16:creationId xmlns:a16="http://schemas.microsoft.com/office/drawing/2014/main" id="{93C44BB3-1A08-F8F3-8E78-7EF61BEF1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25" y="1373077"/>
            <a:ext cx="9841260" cy="5119798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997F0FC2-FB33-508D-FE90-4B8A640DDC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80162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626"/>
    </mc:Choice>
    <mc:Fallback>
      <p:transition spd="slow" advTm="17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55" x="6570663" y="3590925"/>
          <p14:tracePt t="1161" x="6524625" y="3590925"/>
          <p14:tracePt t="1169" x="6486525" y="3590925"/>
          <p14:tracePt t="1183" x="6462713" y="3590925"/>
          <p14:tracePt t="1200" x="6438900" y="3590925"/>
          <p14:tracePt t="1233" x="6438900" y="3614738"/>
          <p14:tracePt t="1240" x="6438900" y="3629025"/>
          <p14:tracePt t="1409" x="6400800" y="3629025"/>
          <p14:tracePt t="1417" x="6370638" y="3629025"/>
          <p14:tracePt t="1424" x="6330950" y="3629025"/>
          <p14:tracePt t="1433" x="6308725" y="3629025"/>
          <p14:tracePt t="1450" x="6292850" y="3629025"/>
          <p14:tracePt t="1467" x="6276975" y="3622675"/>
          <p14:tracePt t="1484" x="6276975" y="3606800"/>
          <p14:tracePt t="1500" x="6254750" y="3544888"/>
          <p14:tracePt t="1516" x="6092825" y="3313113"/>
          <p14:tracePt t="1533" x="5473700" y="2571750"/>
          <p14:tracePt t="1550" x="4440238" y="1744663"/>
          <p14:tracePt t="1567" x="3259138" y="1019175"/>
          <p14:tracePt t="1584" x="2178050" y="571500"/>
          <p14:tracePt t="1600" x="1714500" y="431800"/>
          <p14:tracePt t="1601" x="1660525" y="417513"/>
          <p14:tracePt t="1825" x="1652588" y="417513"/>
          <p14:tracePt t="1832" x="1652588" y="509588"/>
          <p14:tracePt t="1840" x="1722438" y="633413"/>
          <p14:tracePt t="1851" x="1838325" y="765175"/>
          <p14:tracePt t="1867" x="1960563" y="911225"/>
          <p14:tracePt t="1884" x="2062163" y="1042988"/>
          <p14:tracePt t="1901" x="2178050" y="1189038"/>
          <p14:tracePt t="1917" x="2370138" y="1328738"/>
          <p14:tracePt t="1934" x="2540000" y="1420813"/>
          <p14:tracePt t="1951" x="2655888" y="1490663"/>
          <p14:tracePt t="1968" x="2709863" y="1544638"/>
          <p14:tracePt t="1968" x="2741613" y="1590675"/>
          <p14:tracePt t="1985" x="2749550" y="1614488"/>
          <p14:tracePt t="1985" x="2755900" y="1636713"/>
          <p14:tracePt t="2001" x="2763838" y="1668463"/>
          <p14:tracePt t="2018" x="2771775" y="1668463"/>
          <p14:tracePt t="2481" x="2795588" y="1668463"/>
          <p14:tracePt t="2489" x="2895600" y="1738313"/>
          <p14:tracePt t="2497" x="3019425" y="1806575"/>
          <p14:tracePt t="2504" x="3197225" y="1908175"/>
          <p14:tracePt t="2519" x="3367088" y="2000250"/>
          <p14:tracePt t="2536" x="3729038" y="2193925"/>
          <p14:tracePt t="2537" x="3806825" y="2262188"/>
          <p14:tracePt t="2553" x="3884613" y="2316163"/>
          <p14:tracePt t="2569" x="4030663" y="2432050"/>
          <p14:tracePt t="2586" x="4068763" y="2471738"/>
          <p14:tracePt t="2602" x="4084638" y="2486025"/>
          <p14:tracePt t="2649" x="4054475" y="2479675"/>
          <p14:tracePt t="2656" x="3998913" y="2471738"/>
          <p14:tracePt t="2664" x="3976688" y="2463800"/>
          <p14:tracePt t="2672" x="3968750" y="2463800"/>
          <p14:tracePt t="2689" x="3960813" y="2455863"/>
          <p14:tracePt t="2703" x="3952875" y="2455863"/>
          <p14:tracePt t="2720" x="3952875" y="2447925"/>
          <p14:tracePt t="3441" x="3976688" y="2447925"/>
          <p14:tracePt t="3449" x="4006850" y="2447925"/>
          <p14:tracePt t="3456" x="4030663" y="2447925"/>
          <p14:tracePt t="3471" x="4054475" y="2447925"/>
          <p14:tracePt t="3488" x="4100513" y="2463800"/>
          <p14:tracePt t="3505" x="4146550" y="2486025"/>
          <p14:tracePt t="3521" x="4184650" y="2493963"/>
          <p14:tracePt t="3538" x="4292600" y="2517775"/>
          <p14:tracePt t="3555" x="4408488" y="2533650"/>
          <p14:tracePt t="3572" x="4516438" y="2555875"/>
          <p14:tracePt t="3588" x="4594225" y="2555875"/>
          <p14:tracePt t="3605" x="4624388" y="2555875"/>
          <p14:tracePt t="3622" x="4664075" y="2555875"/>
          <p14:tracePt t="3638" x="4710113" y="2555875"/>
          <p14:tracePt t="3655" x="4787900" y="2493963"/>
          <p14:tracePt t="3673" x="4987925" y="2371725"/>
          <p14:tracePt t="3688" x="5049838" y="2332038"/>
          <p14:tracePt t="3705" x="5157788" y="2270125"/>
          <p14:tracePt t="3706" x="5211763" y="2232025"/>
          <p14:tracePt t="3721" x="5273675" y="2170113"/>
          <p14:tracePt t="3738" x="5311775" y="2132013"/>
          <p14:tracePt t="3755" x="5327650" y="2100263"/>
          <p14:tracePt t="3772" x="5351463" y="2078038"/>
          <p14:tracePt t="3789" x="5359400" y="2054225"/>
          <p14:tracePt t="3805" x="5373688" y="2046288"/>
          <p14:tracePt t="3822" x="5389563" y="2038350"/>
          <p14:tracePt t="3873" x="5381625" y="2038350"/>
          <p14:tracePt t="3881" x="5335588" y="2062163"/>
          <p14:tracePt t="6038" x="5311775" y="2062163"/>
          <p14:tracePt t="6042" x="5281613" y="2108200"/>
          <p14:tracePt t="6049" x="5257800" y="2162175"/>
          <p14:tracePt t="6060" x="5227638" y="2200275"/>
          <p14:tracePt t="6077" x="5203825" y="2255838"/>
          <p14:tracePt t="6094" x="5173663" y="2293938"/>
          <p14:tracePt t="6110" x="5149850" y="2324100"/>
          <p14:tracePt t="6127" x="5133975" y="2355850"/>
          <p14:tracePt t="6144" x="5133975" y="2378075"/>
          <p14:tracePt t="6160" x="5133975" y="2439988"/>
          <p14:tracePt t="6177" x="5133975" y="2486025"/>
          <p14:tracePt t="6178" x="5133975" y="2509838"/>
          <p14:tracePt t="6194" x="5141913" y="2525713"/>
          <p14:tracePt t="6210" x="5141913" y="2547938"/>
          <p14:tracePt t="6233" x="5149850" y="2563813"/>
          <p14:tracePt t="6244" x="5165725" y="2601913"/>
          <p14:tracePt t="6260" x="5195888" y="2633663"/>
          <p14:tracePt t="6277" x="5265738" y="2711450"/>
          <p14:tracePt t="6294" x="5373688" y="2787650"/>
          <p14:tracePt t="6311" x="5529263" y="2849563"/>
          <p14:tracePt t="6328" x="5699125" y="2887663"/>
          <p14:tracePt t="6344" x="5875338" y="2981325"/>
          <p14:tracePt t="6345" x="6038850" y="3065463"/>
          <p14:tracePt t="6361" x="6292850" y="3127375"/>
          <p14:tracePt t="6362" x="6632575" y="3159125"/>
          <p14:tracePt t="6378" x="7304088" y="3181350"/>
          <p14:tracePt t="6394" x="8123238" y="3181350"/>
          <p14:tracePt t="6411" x="9042400" y="3035300"/>
          <p14:tracePt t="6428" x="9967913" y="2749550"/>
          <p14:tracePt t="6445" x="10577513" y="2533650"/>
          <p14:tracePt t="6462" x="10825163" y="2432050"/>
          <p14:tracePt t="6478" x="10972800" y="2393950"/>
          <p14:tracePt t="6494" x="10987088" y="2378075"/>
          <p14:tracePt t="6754" x="10925175" y="2371725"/>
          <p14:tracePt t="6764" x="10833100" y="2324100"/>
          <p14:tracePt t="6770" x="10725150" y="2286000"/>
          <p14:tracePt t="6778" x="10577513" y="2247900"/>
          <p14:tracePt t="6795" x="10415588" y="2178050"/>
          <p14:tracePt t="6812" x="10315575" y="2139950"/>
          <p14:tracePt t="6829" x="10285413" y="2116138"/>
          <p14:tracePt t="7051" x="10285413" y="2108200"/>
          <p14:tracePt t="7057" x="10285413" y="2100263"/>
          <p14:tracePt t="7065" x="10285413" y="2092325"/>
          <p14:tracePt t="7079" x="10285413" y="2085975"/>
          <p14:tracePt t="7096" x="10285413" y="2078038"/>
          <p14:tracePt t="7210" x="10291763" y="2070100"/>
          <p14:tracePt t="7217" x="10315575" y="2070100"/>
          <p14:tracePt t="7225" x="10331450" y="2062163"/>
          <p14:tracePt t="7246" x="10347325" y="2062163"/>
          <p14:tracePt t="7263" x="10361613" y="2062163"/>
          <p14:tracePt t="7338" x="10369550" y="2062163"/>
          <p14:tracePt t="7345" x="10401300" y="2046288"/>
          <p14:tracePt t="7353" x="10423525" y="2038350"/>
          <p14:tracePt t="7363" x="10447338" y="2030413"/>
          <p14:tracePt t="7380" x="10477500" y="2016125"/>
          <p14:tracePt t="7397" x="10501313" y="2008188"/>
          <p14:tracePt t="7554" x="10509250" y="2008188"/>
          <p14:tracePt t="7562" x="10547350" y="2024063"/>
          <p14:tracePt t="7570" x="10563225" y="2062163"/>
          <p14:tracePt t="7580" x="10571163" y="2070100"/>
          <p14:tracePt t="7597" x="10585450" y="2092325"/>
          <p14:tracePt t="7613" x="10593388" y="2100263"/>
          <p14:tracePt t="7786" x="10593388" y="2108200"/>
          <p14:tracePt t="7801" x="10571163" y="2108200"/>
          <p14:tracePt t="7817" x="10563225" y="2100263"/>
          <p14:tracePt t="7834" x="10547350" y="2100263"/>
          <p14:tracePt t="8770" x="10547350" y="2092325"/>
          <p14:tracePt t="8826" x="10539413" y="2092325"/>
          <p14:tracePt t="8833" x="10407650" y="2078038"/>
          <p14:tracePt t="8841" x="10091738" y="2070100"/>
          <p14:tracePt t="8851" x="9698038" y="2008188"/>
          <p14:tracePt t="8866" x="8593138" y="2008188"/>
          <p14:tracePt t="8884" x="7158038" y="2016125"/>
          <p14:tracePt t="8917" x="4694238" y="2386013"/>
          <p14:tracePt t="8933" x="3798888" y="2633663"/>
          <p14:tracePt t="8950" x="2925763" y="2981325"/>
          <p14:tracePt t="8967" x="2246313" y="3359150"/>
          <p14:tracePt t="9001" x="1728788" y="3738563"/>
          <p14:tracePt t="9017" x="1614488" y="3876675"/>
          <p14:tracePt t="9018" x="1566863" y="3946525"/>
          <p14:tracePt t="9034" x="1512888" y="4016375"/>
          <p14:tracePt t="9051" x="1436688" y="4170363"/>
          <p14:tracePt t="9067" x="1397000" y="4332288"/>
          <p14:tracePt t="9083" x="1382713" y="4418013"/>
          <p14:tracePt t="9100" x="1374775" y="4456113"/>
          <p14:tracePt t="9135" x="1335088" y="4556125"/>
          <p14:tracePt t="9150" x="1274763" y="4679950"/>
          <p14:tracePt t="9167" x="1235075" y="4795838"/>
          <p14:tracePt t="9184" x="1227138" y="4895850"/>
          <p14:tracePt t="9200" x="1227138" y="4903788"/>
          <p14:tracePt t="9235" x="1250950" y="4903788"/>
          <p14:tracePt t="9242" x="1296988" y="4887913"/>
          <p14:tracePt t="9250" x="1312863" y="4881563"/>
          <p14:tracePt t="9267" x="1320800" y="4881563"/>
          <p14:tracePt t="9403" x="1328738" y="4881563"/>
          <p14:tracePt t="9459" x="1335088" y="4881563"/>
          <p14:tracePt t="9466" x="1343025" y="4881563"/>
          <p14:tracePt t="9482" x="1350963" y="4881563"/>
          <p14:tracePt t="9596" x="1366838" y="4865688"/>
          <p14:tracePt t="9603" x="1382713" y="4833938"/>
          <p14:tracePt t="9610" x="1404938" y="4795838"/>
          <p14:tracePt t="9635" x="1412875" y="4749800"/>
          <p14:tracePt t="9652" x="1428750" y="4733925"/>
          <p14:tracePt t="9669" x="1428750" y="4725988"/>
          <p14:tracePt t="9685" x="1428750" y="4718050"/>
          <p14:tracePt t="10523" x="1428750" y="4749800"/>
          <p14:tracePt t="10530" x="1450975" y="4819650"/>
          <p14:tracePt t="10537" x="1482725" y="4841875"/>
          <p14:tracePt t="10554" x="1490663" y="4857750"/>
          <p14:tracePt t="10554" x="1498600" y="4857750"/>
          <p14:tracePt t="10578" x="1504950" y="4865688"/>
          <p14:tracePt t="10587" x="1512888" y="4865688"/>
          <p14:tracePt t="10635" x="1520825" y="4865688"/>
          <p14:tracePt t="10642" x="1536700" y="4865688"/>
          <p14:tracePt t="10654" x="1552575" y="4833938"/>
          <p14:tracePt t="10671" x="1566863" y="4795838"/>
          <p14:tracePt t="10687" x="1614488" y="4741863"/>
          <p14:tracePt t="10704" x="1644650" y="4695825"/>
          <p14:tracePt t="10721" x="1652588" y="4679950"/>
          <p14:tracePt t="10722" x="1660525" y="4672013"/>
          <p14:tracePt t="10737" x="1660525" y="4664075"/>
          <p14:tracePt t="10754" x="1674813" y="4657725"/>
          <p14:tracePt t="10771" x="1682750" y="4649788"/>
          <p14:tracePt t="10787" x="1690688" y="4649788"/>
          <p14:tracePt t="10810" x="1706563" y="4649788"/>
          <p14:tracePt t="10820" x="1728788" y="4649788"/>
          <p14:tracePt t="10838" x="1838325" y="4695825"/>
          <p14:tracePt t="10854" x="1930400" y="4741863"/>
          <p14:tracePt t="10871" x="2022475" y="4795838"/>
          <p14:tracePt t="10888" x="2138363" y="4819650"/>
          <p14:tracePt t="10904" x="2192338" y="4849813"/>
          <p14:tracePt t="10921" x="2216150" y="4849813"/>
          <p14:tracePt t="10971" x="2224088" y="4849813"/>
          <p14:tracePt t="10987" x="2246313" y="4849813"/>
          <p14:tracePt t="10994" x="2270125" y="4849813"/>
          <p14:tracePt t="11005" x="2293938" y="4833938"/>
          <p14:tracePt t="11021" x="2347913" y="4819650"/>
          <p14:tracePt t="11038" x="2386013" y="4803775"/>
          <p14:tracePt t="11054" x="2393950" y="4795838"/>
          <p14:tracePt t="11090" x="2401888" y="4795838"/>
          <p14:tracePt t="11106" x="2409825" y="4795838"/>
          <p14:tracePt t="11114" x="2455863" y="4803775"/>
          <p14:tracePt t="11122" x="2486025" y="4819650"/>
          <p14:tracePt t="11138" x="2509838" y="4819650"/>
          <p14:tracePt t="11139" x="2547938" y="4833938"/>
          <p14:tracePt t="11154" x="2571750" y="4841875"/>
          <p14:tracePt t="11172" x="2593975" y="4849813"/>
          <p14:tracePt t="11252" x="2601913" y="4849813"/>
          <p14:tracePt t="11266" x="2609850" y="4849813"/>
          <p14:tracePt t="11274" x="2617788" y="4849813"/>
          <p14:tracePt t="11289" x="2640013" y="4849813"/>
          <p14:tracePt t="11305" x="2671763" y="4849813"/>
          <p14:tracePt t="11322" x="2741613" y="4833938"/>
          <p14:tracePt t="11322" x="2771775" y="4819650"/>
          <p14:tracePt t="11338" x="2887663" y="4795838"/>
          <p14:tracePt t="11355" x="2979738" y="4733925"/>
          <p14:tracePt t="11371" x="3049588" y="4649788"/>
          <p14:tracePt t="11388" x="3095625" y="4587875"/>
          <p14:tracePt t="11405" x="3111500" y="4564063"/>
          <p14:tracePt t="11422" x="3119438" y="4548188"/>
          <p14:tracePt t="11439" x="3127375" y="4541838"/>
          <p14:tracePt t="11540" x="3157538" y="4564063"/>
          <p14:tracePt t="11546" x="3181350" y="4610100"/>
          <p14:tracePt t="11555" x="3203575" y="4641850"/>
          <p14:tracePt t="11572" x="3251200" y="4718050"/>
          <p14:tracePt t="11589" x="3273425" y="4749800"/>
          <p14:tracePt t="11606" x="3281363" y="4765675"/>
          <p14:tracePt t="11698" x="3297238" y="4749800"/>
          <p14:tracePt t="11706" x="3297238" y="4733925"/>
          <p14:tracePt t="11714" x="3305175" y="4703763"/>
          <p14:tracePt t="11722" x="3313113" y="4679950"/>
          <p14:tracePt t="11739" x="3319463" y="4649788"/>
          <p14:tracePt t="11756" x="3327400" y="4633913"/>
          <p14:tracePt t="11827" x="3367088" y="4649788"/>
          <p14:tracePt t="11834" x="3421063" y="4695825"/>
          <p14:tracePt t="11842" x="3467100" y="4703763"/>
          <p14:tracePt t="11856" x="3536950" y="4725988"/>
          <p14:tracePt t="11873" x="3644900" y="4741863"/>
          <p14:tracePt t="11890" x="3690938" y="4749800"/>
          <p14:tracePt t="11890" x="3698875" y="4749800"/>
          <p14:tracePt t="12459" x="3806825" y="4749800"/>
          <p14:tracePt t="12466" x="3976688" y="4749800"/>
          <p14:tracePt t="12475" x="4184650" y="4749800"/>
          <p14:tracePt t="12491" x="4586288" y="4749800"/>
          <p14:tracePt t="12507" x="4933950" y="4749800"/>
          <p14:tracePt t="12524" x="5073650" y="4749800"/>
          <p14:tracePt t="12541" x="5095875" y="4749800"/>
          <p14:tracePt t="12603" x="5103813" y="4749800"/>
          <p14:tracePt t="12610" x="5111750" y="4741863"/>
          <p14:tracePt t="12618" x="5119688" y="4733925"/>
          <p14:tracePt t="12884" x="5165725" y="4733925"/>
          <p14:tracePt t="12891" x="5319713" y="4779963"/>
          <p14:tracePt t="12898" x="5467350" y="4833938"/>
          <p14:tracePt t="12908" x="5637213" y="4881563"/>
          <p14:tracePt t="12925" x="5813425" y="4935538"/>
          <p14:tracePt t="12942" x="5883275" y="4943475"/>
          <p14:tracePt t="12959" x="5891213" y="4943475"/>
          <p14:tracePt t="13164" x="5891213" y="4919663"/>
          <p14:tracePt t="13171" x="5891213" y="4903788"/>
          <p14:tracePt t="13178" x="5883275" y="4873625"/>
          <p14:tracePt t="13193" x="5868988" y="4841875"/>
          <p14:tracePt t="13209" x="5821363" y="4795838"/>
          <p14:tracePt t="13226" x="5791200" y="4765675"/>
          <p14:tracePt t="13243" x="5775325" y="4749800"/>
          <p14:tracePt t="13259" x="5767388" y="4741863"/>
          <p14:tracePt t="13347" x="5767388" y="4733925"/>
          <p14:tracePt t="13355" x="5753100" y="4733925"/>
          <p14:tracePt t="13362" x="5721350" y="4733925"/>
          <p14:tracePt t="13376" x="5535613" y="4657725"/>
          <p14:tracePt t="13393" x="5489575" y="4657725"/>
          <p14:tracePt t="13411" x="5451475" y="4657725"/>
          <p14:tracePt t="13571" x="5451475" y="4649788"/>
          <p14:tracePt t="13586" x="5443538" y="4649788"/>
          <p14:tracePt t="13594" x="5397500" y="4649788"/>
          <p14:tracePt t="13602" x="5327650" y="4625975"/>
          <p14:tracePt t="13611" x="5257800" y="4602163"/>
          <p14:tracePt t="13627" x="5095875" y="4556125"/>
          <p14:tracePt t="13643" x="4848225" y="4486275"/>
          <p14:tracePt t="13660" x="4338638" y="4402138"/>
          <p14:tracePt t="13677" x="3590925" y="4310063"/>
          <p14:tracePt t="13694" x="2833688" y="4310063"/>
          <p14:tracePt t="13711" x="2162175" y="4310063"/>
          <p14:tracePt t="13727" x="1674813" y="4324350"/>
          <p14:tracePt t="13743" x="1374775" y="4425950"/>
          <p14:tracePt t="13761" x="1219200" y="4486275"/>
          <p14:tracePt t="13777" x="1189038" y="4510088"/>
          <p14:tracePt t="13794" x="1189038" y="4518025"/>
          <p14:tracePt t="13812" x="1181100" y="4525963"/>
          <p14:tracePt t="13827" x="1181100" y="4556125"/>
          <p14:tracePt t="13844" x="1189038" y="4579938"/>
          <p14:tracePt t="13861" x="1189038" y="4610100"/>
          <p14:tracePt t="13878" x="1196975" y="4625975"/>
          <p14:tracePt t="13894" x="1204913" y="4649788"/>
          <p14:tracePt t="13911" x="1204913" y="4657725"/>
          <p14:tracePt t="13928" x="1204913" y="4664075"/>
          <p14:tracePt t="13944" x="1204913" y="4672013"/>
          <p14:tracePt t="13961" x="1204913" y="4687888"/>
          <p14:tracePt t="13978" x="1204913" y="4695825"/>
          <p14:tracePt t="14075" x="1235075" y="4695825"/>
          <p14:tracePt t="14083" x="1335088" y="4695825"/>
          <p14:tracePt t="14090" x="1428750" y="4695825"/>
          <p14:tracePt t="14098" x="1512888" y="4695825"/>
          <p14:tracePt t="14111" x="1606550" y="4679950"/>
          <p14:tracePt t="14128" x="1714500" y="4672013"/>
          <p14:tracePt t="14145" x="1760538" y="4672013"/>
          <p14:tracePt t="14161" x="1784350" y="4672013"/>
          <p14:tracePt t="14179" x="1860550" y="4672013"/>
          <p14:tracePt t="14195" x="1892300" y="4672013"/>
          <p14:tracePt t="14196" x="1922463" y="4672013"/>
          <p14:tracePt t="14211" x="2008188" y="4672013"/>
          <p14:tracePt t="14228" x="2070100" y="4672013"/>
          <p14:tracePt t="14245" x="2146300" y="4672013"/>
          <p14:tracePt t="14261" x="2216150" y="4679950"/>
          <p14:tracePt t="14279" x="2293938" y="4687888"/>
          <p14:tracePt t="14295" x="2316163" y="4695825"/>
          <p14:tracePt t="14314" x="2316163" y="4703763"/>
          <p14:tracePt t="14328" x="2316163" y="4725988"/>
          <p14:tracePt t="14345" x="2339975" y="4787900"/>
          <p14:tracePt t="14346" x="2347913" y="4841875"/>
          <p14:tracePt t="14361" x="2362200" y="4887913"/>
          <p14:tracePt t="14379" x="2401888" y="5027613"/>
          <p14:tracePt t="14395" x="2455863" y="5167313"/>
          <p14:tracePt t="14412" x="2478088" y="5229225"/>
          <p14:tracePt t="14429" x="2509838" y="5267325"/>
          <p14:tracePt t="14446" x="2532063" y="5297488"/>
          <p14:tracePt t="14462" x="2586038" y="5329238"/>
          <p14:tracePt t="14479" x="2625725" y="5343525"/>
          <p14:tracePt t="14496" x="2671763" y="5351463"/>
          <p14:tracePt t="14512" x="2725738" y="5351463"/>
          <p14:tracePt t="14529" x="2795588" y="5329238"/>
          <p14:tracePt t="14545" x="2919413" y="5259388"/>
          <p14:tracePt t="14562" x="3003550" y="5135563"/>
          <p14:tracePt t="14579" x="3041650" y="4965700"/>
          <p14:tracePt t="14595" x="3057525" y="4833938"/>
          <p14:tracePt t="14612" x="3065463" y="4787900"/>
          <p14:tracePt t="14629" x="3049588" y="4749800"/>
          <p14:tracePt t="14646" x="3049588" y="4733925"/>
          <p14:tracePt t="14715" x="3049588" y="4725988"/>
          <p14:tracePt t="14722" x="3049588" y="4718050"/>
          <p14:tracePt t="15404" x="3049588" y="4711700"/>
          <p14:tracePt t="15410" x="3049588" y="4703763"/>
          <p14:tracePt t="15418" x="3057525" y="4695825"/>
          <p14:tracePt t="15443" x="3057525" y="4687888"/>
          <p14:tracePt t="15907" x="3065463" y="4695825"/>
          <p14:tracePt t="15915" x="3073400" y="4695825"/>
          <p14:tracePt t="15923" x="3095625" y="4695825"/>
          <p14:tracePt t="15932" x="3157538" y="4695825"/>
          <p14:tracePt t="15949" x="3443288" y="4695825"/>
          <p14:tracePt t="15965" x="3992563" y="4711700"/>
          <p14:tracePt t="15982" x="4556125" y="4711700"/>
          <p14:tracePt t="15999" x="5003800" y="4711700"/>
          <p14:tracePt t="16016" x="5187950" y="4711700"/>
          <p14:tracePt t="16032" x="5243513" y="4711700"/>
          <p14:tracePt t="16740" x="5249863" y="471170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37BE-FD2D-63DA-AA3A-67E3F054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Steady state – 5A load</a:t>
            </a:r>
          </a:p>
        </p:txBody>
      </p:sp>
      <p:pic>
        <p:nvPicPr>
          <p:cNvPr id="4" name="Picture 3" descr="A graph with lines and lines&#10;&#10;Description automatically generated">
            <a:extLst>
              <a:ext uri="{FF2B5EF4-FFF2-40B4-BE49-F238E27FC236}">
                <a16:creationId xmlns:a16="http://schemas.microsoft.com/office/drawing/2014/main" id="{F6DB0E0D-1C73-7EC9-F8CF-8B0B6F6F2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870" y="1387149"/>
            <a:ext cx="9826260" cy="5105726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9066D4B8-EA5A-BD6A-B863-CCEF2EC196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74093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69"/>
    </mc:Choice>
    <mc:Fallback>
      <p:transition spd="slow" advTm="88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20" x="5073650" y="4464050"/>
          <p14:tracePt t="933" x="4664075" y="4092575"/>
          <p14:tracePt t="950" x="3760788" y="3552825"/>
          <p14:tracePt t="967" x="3181350" y="3343275"/>
          <p14:tracePt t="968" x="3111500" y="3321050"/>
          <p14:tracePt t="983" x="3033713" y="3313113"/>
          <p14:tracePt t="984" x="2995613" y="3313113"/>
          <p14:tracePt t="1000" x="2979738" y="3313113"/>
          <p14:tracePt t="1016" x="2973388" y="3313113"/>
          <p14:tracePt t="1033" x="2941638" y="3313113"/>
          <p14:tracePt t="1050" x="2887663" y="3328988"/>
          <p14:tracePt t="1067" x="2809875" y="3359150"/>
          <p14:tracePt t="1083" x="2741613" y="3413125"/>
          <p14:tracePt t="1100" x="2733675" y="3421063"/>
          <p14:tracePt t="1117" x="2733675" y="3429000"/>
          <p14:tracePt t="1432" x="2733675" y="3390900"/>
          <p14:tracePt t="1439" x="2717800" y="3297238"/>
          <p14:tracePt t="1447" x="2679700" y="3213100"/>
          <p14:tracePt t="1468" x="2633663" y="3043238"/>
          <p14:tracePt t="1484" x="2579688" y="2943225"/>
          <p14:tracePt t="1501" x="2463800" y="2827338"/>
          <p14:tracePt t="1518" x="2232025" y="2679700"/>
          <p14:tracePt t="1519" x="2130425" y="2633663"/>
          <p14:tracePt t="1534" x="2022475" y="2601913"/>
          <p14:tracePt t="1551" x="1906588" y="2533650"/>
          <p14:tracePt t="1552" x="1876425" y="2517775"/>
          <p14:tracePt t="1664" x="1868488" y="2517775"/>
          <p14:tracePt t="2760" x="1900238" y="2541588"/>
          <p14:tracePt t="2767" x="1914525" y="2555875"/>
          <p14:tracePt t="2776" x="1914525" y="2563813"/>
          <p14:tracePt t="2787" x="1930400" y="2587625"/>
          <p14:tracePt t="2804" x="1954213" y="2601913"/>
          <p14:tracePt t="2820" x="1976438" y="2641600"/>
          <p14:tracePt t="2838" x="1984375" y="2641600"/>
          <p14:tracePt t="3465" x="2014538" y="2649538"/>
          <p14:tracePt t="3473" x="2130425" y="2649538"/>
          <p14:tracePt t="3480" x="2239963" y="2649538"/>
          <p14:tracePt t="3488" x="2378075" y="2649538"/>
          <p14:tracePt t="3505" x="2586038" y="2649538"/>
          <p14:tracePt t="3522" x="2733675" y="2649538"/>
          <p14:tracePt t="3539" x="2817813" y="2633663"/>
          <p14:tracePt t="3555" x="2887663" y="2609850"/>
          <p14:tracePt t="3572" x="2941638" y="2595563"/>
          <p14:tracePt t="3589" x="2973388" y="2587625"/>
          <p14:tracePt t="3606" x="3019425" y="2587625"/>
          <p14:tracePt t="3623" x="3073400" y="2571750"/>
          <p14:tracePt t="3623" x="3089275" y="2571750"/>
          <p14:tracePt t="3639" x="3119438" y="2571750"/>
          <p14:tracePt t="3656" x="3189288" y="2563813"/>
          <p14:tracePt t="3657" x="3203575" y="2563813"/>
          <p14:tracePt t="3673" x="3219450" y="2547938"/>
          <p14:tracePt t="5034" x="3243263" y="2555875"/>
          <p14:tracePt t="5041" x="3343275" y="2609850"/>
          <p14:tracePt t="5048" x="3467100" y="2649538"/>
          <p14:tracePt t="5059" x="3567113" y="2687638"/>
          <p14:tracePt t="5075" x="3752850" y="2741613"/>
          <p14:tracePt t="5092" x="3944938" y="2803525"/>
          <p14:tracePt t="5109" x="4138613" y="2827338"/>
          <p14:tracePt t="5126" x="4338638" y="2857500"/>
          <p14:tracePt t="5142" x="4494213" y="2857500"/>
          <p14:tracePt t="5160" x="4618038" y="2857500"/>
          <p14:tracePt t="5161" x="4640263" y="2857500"/>
          <p14:tracePt t="5176" x="4648200" y="2857500"/>
          <p14:tracePt t="5241" x="4656138" y="2857500"/>
          <p14:tracePt t="5248" x="4664075" y="2849563"/>
          <p14:tracePt t="5259" x="4672013" y="2841625"/>
          <p14:tracePt t="5276" x="4686300" y="2827338"/>
          <p14:tracePt t="5293" x="4694238" y="2811463"/>
          <p14:tracePt t="5310" x="4710113" y="2803525"/>
          <p14:tracePt t="5328" x="4725988" y="2779713"/>
          <p14:tracePt t="5342" x="4725988" y="2771775"/>
          <p14:tracePt t="5360" x="4725988" y="2765425"/>
          <p14:tracePt t="5376" x="4733925" y="2765425"/>
          <p14:tracePt t="5393" x="4733925" y="2757488"/>
          <p14:tracePt t="5410" x="4740275" y="2757488"/>
          <p14:tracePt t="5426" x="4710113" y="2757488"/>
          <p14:tracePt t="5769" x="4748213" y="2757488"/>
          <p14:tracePt t="5776" x="4833938" y="2765425"/>
          <p14:tracePt t="5784" x="4933950" y="2765425"/>
          <p14:tracePt t="5794" x="5087938" y="2765425"/>
          <p14:tracePt t="5811" x="5589588" y="2765425"/>
          <p14:tracePt t="5827" x="6161088" y="2765425"/>
          <p14:tracePt t="5844" x="6454775" y="2765425"/>
          <p14:tracePt t="5861" x="6662738" y="2771775"/>
          <p14:tracePt t="5878" x="6786563" y="2779713"/>
          <p14:tracePt t="5894" x="6818313" y="2779713"/>
          <p14:tracePt t="6210" x="6840538" y="2779713"/>
          <p14:tracePt t="6217" x="6888163" y="2765425"/>
          <p14:tracePt t="6228" x="6918325" y="2757488"/>
          <p14:tracePt t="6245" x="7026275" y="2757488"/>
          <p14:tracePt t="6261" x="7088188" y="2757488"/>
          <p14:tracePt t="6278" x="7112000" y="2757488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37BE-FD2D-63DA-AA3A-67E3F054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Step Response (1)</a:t>
            </a:r>
          </a:p>
        </p:txBody>
      </p:sp>
      <p:pic>
        <p:nvPicPr>
          <p:cNvPr id="3" name="Picture 2" descr="A screen shot of a graph&#10;&#10;Description automatically generated">
            <a:extLst>
              <a:ext uri="{FF2B5EF4-FFF2-40B4-BE49-F238E27FC236}">
                <a16:creationId xmlns:a16="http://schemas.microsoft.com/office/drawing/2014/main" id="{170DFE52-49B2-5295-A060-2C62CE1C1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1861" y="1446723"/>
            <a:ext cx="8780000" cy="4544173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B72863D6-843F-F376-878D-81C17AC234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29603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91"/>
    </mc:Choice>
    <mc:Fallback>
      <p:transition spd="slow" advTm="126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664" x="7112000" y="2765425"/>
          <p14:tracePt t="2672" x="7058025" y="2771775"/>
          <p14:tracePt t="2679" x="7010400" y="2803525"/>
          <p14:tracePt t="2688" x="6918325" y="2819400"/>
          <p14:tracePt t="2705" x="6856413" y="2841625"/>
          <p14:tracePt t="2920" x="6840538" y="2857500"/>
          <p14:tracePt t="2927" x="6802438" y="2857500"/>
          <p14:tracePt t="2935" x="6748463" y="2857500"/>
          <p14:tracePt t="2956" x="6702425" y="2849563"/>
          <p14:tracePt t="2972" x="6694488" y="2841625"/>
          <p14:tracePt t="2989" x="6718300" y="2833688"/>
          <p14:tracePt t="3006" x="6778625" y="2833688"/>
          <p14:tracePt t="3023" x="6888163" y="2827338"/>
          <p14:tracePt t="3039" x="6910388" y="2827338"/>
          <p14:tracePt t="3120" x="6926263" y="2827338"/>
          <p14:tracePt t="3240" x="6934200" y="2833688"/>
          <p14:tracePt t="3247" x="6934200" y="2857500"/>
          <p14:tracePt t="3256" x="6942138" y="2865438"/>
          <p14:tracePt t="3729" x="6942138" y="2881313"/>
          <p14:tracePt t="4120" x="6948488" y="2881313"/>
          <p14:tracePt t="4144" x="6964363" y="2881313"/>
          <p14:tracePt t="4160" x="6964363" y="2873375"/>
          <p14:tracePt t="4200" x="6972300" y="2873375"/>
          <p14:tracePt t="4207" x="7004050" y="2873375"/>
          <p14:tracePt t="4215" x="7026275" y="2873375"/>
          <p14:tracePt t="4225" x="7050088" y="2873375"/>
          <p14:tracePt t="4242" x="7118350" y="2887663"/>
          <p14:tracePt t="4259" x="7134225" y="2887663"/>
          <p14:tracePt t="4276" x="7150100" y="2887663"/>
          <p14:tracePt t="4321" x="7150100" y="2895600"/>
          <p14:tracePt t="4336" x="7142163" y="2895600"/>
          <p14:tracePt t="4343" x="7126288" y="2895600"/>
          <p14:tracePt t="4351" x="7112000" y="2895600"/>
          <p14:tracePt t="4360" x="7064375" y="2895600"/>
          <p14:tracePt t="4376" x="7034213" y="2895600"/>
          <p14:tracePt t="4392" x="6818313" y="2887663"/>
          <p14:tracePt t="4409" x="6632575" y="2873375"/>
          <p14:tracePt t="4426" x="6454775" y="2873375"/>
          <p14:tracePt t="4442" x="6269038" y="2849563"/>
          <p14:tracePt t="4459" x="5907088" y="2849563"/>
          <p14:tracePt t="4476" x="5589588" y="2849563"/>
          <p14:tracePt t="4493" x="5319713" y="2849563"/>
          <p14:tracePt t="4509" x="5127625" y="2849563"/>
          <p14:tracePt t="4527" x="5041900" y="2849563"/>
          <p14:tracePt t="4543" x="4979988" y="2865438"/>
          <p14:tracePt t="4576" x="4964113" y="2873375"/>
          <p14:tracePt t="4584" x="4957763" y="2881313"/>
          <p14:tracePt t="4592" x="4949825" y="2881313"/>
          <p14:tracePt t="4609" x="4910138" y="2887663"/>
          <p14:tracePt t="4626" x="4872038" y="2903538"/>
          <p14:tracePt t="4643" x="4856163" y="2903538"/>
          <p14:tracePt t="4660" x="4841875" y="2903538"/>
          <p14:tracePt t="4676" x="4826000" y="2903538"/>
          <p14:tracePt t="4693" x="4787900" y="2903538"/>
          <p14:tracePt t="4709" x="4772025" y="2903538"/>
          <p14:tracePt t="4726" x="4764088" y="2903538"/>
          <p14:tracePt t="5632" x="4748213" y="2911475"/>
          <p14:tracePt t="5640" x="4733925" y="2911475"/>
          <p14:tracePt t="5648" x="4710113" y="2919413"/>
          <p14:tracePt t="5662" x="4702175" y="2927350"/>
          <p14:tracePt t="5678" x="4656138" y="2949575"/>
          <p14:tracePt t="5679" x="4640263" y="2965450"/>
          <p14:tracePt t="5695" x="4610100" y="3003550"/>
          <p14:tracePt t="5696" x="4610100" y="3011488"/>
          <p14:tracePt t="5712" x="4602163" y="3027363"/>
          <p14:tracePt t="5729" x="4602163" y="3035300"/>
          <p14:tracePt t="5888" x="4594225" y="3057525"/>
          <p14:tracePt t="5896" x="4578350" y="3073400"/>
          <p14:tracePt t="5904" x="4570413" y="3097213"/>
          <p14:tracePt t="5913" x="4564063" y="3119438"/>
          <p14:tracePt t="5929" x="4564063" y="3151188"/>
          <p14:tracePt t="5945" x="4556125" y="3167063"/>
          <p14:tracePt t="5968" x="4556125" y="3173413"/>
          <p14:tracePt t="6089" x="4540250" y="3173413"/>
          <p14:tracePt t="6097" x="4532313" y="3167063"/>
          <p14:tracePt t="6104" x="4524375" y="3167063"/>
          <p14:tracePt t="6113" x="4502150" y="3143250"/>
          <p14:tracePt t="6129" x="4494213" y="3135313"/>
          <p14:tracePt t="6147" x="4486275" y="3127375"/>
          <p14:tracePt t="6306" x="4486275" y="3135313"/>
          <p14:tracePt t="6313" x="4478338" y="3135313"/>
          <p14:tracePt t="6546" x="4462463" y="3167063"/>
          <p14:tracePt t="6553" x="4462463" y="3173413"/>
          <p14:tracePt t="6564" x="4462463" y="3181350"/>
          <p14:tracePt t="6581" x="4454525" y="3189288"/>
          <p14:tracePt t="7913" x="4494213" y="3181350"/>
          <p14:tracePt t="7920" x="4564063" y="3113088"/>
          <p14:tracePt t="7928" x="4610100" y="3089275"/>
          <p14:tracePt t="7950" x="4772025" y="3027363"/>
          <p14:tracePt t="7967" x="4864100" y="3027363"/>
          <p14:tracePt t="7984" x="5018088" y="3027363"/>
          <p14:tracePt t="8000" x="5049838" y="3027363"/>
          <p14:tracePt t="8017" x="5119688" y="3027363"/>
          <p14:tracePt t="8035" x="5141913" y="3027363"/>
          <p14:tracePt t="8051" x="5149850" y="3027363"/>
          <p14:tracePt t="8449" x="5149850" y="3003550"/>
          <p14:tracePt t="8456" x="5165725" y="2989263"/>
          <p14:tracePt t="8465" x="5195888" y="2957513"/>
          <p14:tracePt t="8485" x="5227638" y="2927350"/>
          <p14:tracePt t="8502" x="5249863" y="2887663"/>
          <p14:tracePt t="8518" x="5257800" y="2881313"/>
          <p14:tracePt t="8535" x="5265738" y="2865438"/>
          <p14:tracePt t="8985" x="5273675" y="2857500"/>
          <p14:tracePt t="8993" x="5303838" y="2849563"/>
          <p14:tracePt t="9003" x="5351463" y="2849563"/>
          <p14:tracePt t="9019" x="5397500" y="2849563"/>
          <p14:tracePt t="9233" x="5405438" y="2849563"/>
          <p14:tracePt t="9241" x="5427663" y="2819400"/>
          <p14:tracePt t="9248" x="5473700" y="2787650"/>
          <p14:tracePt t="9270" x="5529263" y="2765425"/>
          <p14:tracePt t="9287" x="5583238" y="2725738"/>
          <p14:tracePt t="9304" x="5605463" y="2711450"/>
          <p14:tracePt t="9304" x="5605463" y="2703513"/>
          <p14:tracePt t="9320" x="5613400" y="2695575"/>
          <p14:tracePt t="9345" x="5621338" y="2695575"/>
          <p14:tracePt t="9360" x="5629275" y="2695575"/>
          <p14:tracePt t="9849" x="5683250" y="2695575"/>
          <p14:tracePt t="9857" x="5775325" y="2703513"/>
          <p14:tracePt t="9864" x="5845175" y="2703513"/>
          <p14:tracePt t="9872" x="5907088" y="2711450"/>
          <p14:tracePt t="9888" x="5953125" y="2717800"/>
          <p14:tracePt t="9905" x="6030913" y="2749550"/>
          <p14:tracePt t="9906" x="6045200" y="2765425"/>
          <p14:tracePt t="9921" x="6061075" y="2771775"/>
          <p14:tracePt t="10208" x="6061075" y="2765425"/>
          <p14:tracePt t="10217" x="6061075" y="2757488"/>
          <p14:tracePt t="10224" x="6061075" y="2749550"/>
          <p14:tracePt t="10240" x="6061075" y="2741613"/>
          <p14:tracePt t="10255" x="6061075" y="2733675"/>
          <p14:tracePt t="10272" x="6061075" y="2725738"/>
          <p14:tracePt t="10329" x="6045200" y="2725738"/>
          <p14:tracePt t="10337" x="6038850" y="2733675"/>
          <p14:tracePt t="10345" x="6030913" y="2771775"/>
          <p14:tracePt t="10355" x="6030913" y="2795588"/>
          <p14:tracePt t="10372" x="6030913" y="2857500"/>
          <p14:tracePt t="10389" x="6045200" y="2919413"/>
          <p14:tracePt t="10405" x="6061075" y="2965450"/>
          <p14:tracePt t="10422" x="6069013" y="2973388"/>
          <p14:tracePt t="10439" x="6069013" y="2997200"/>
          <p14:tracePt t="10457" x="6069013" y="3019425"/>
          <p14:tracePt t="10473" x="6069013" y="3057525"/>
          <p14:tracePt t="10489" x="6069013" y="3097213"/>
          <p14:tracePt t="10506" x="6084888" y="3143250"/>
          <p14:tracePt t="10522" x="6092825" y="3151188"/>
          <p14:tracePt t="10539" x="6099175" y="3159125"/>
          <p14:tracePt t="10593" x="6099175" y="3181350"/>
          <p14:tracePt t="10601" x="6053138" y="3189288"/>
          <p14:tracePt t="10609" x="5991225" y="3197225"/>
          <p14:tracePt t="10623" x="5937250" y="3205163"/>
          <p14:tracePt t="10639" x="5829300" y="3221038"/>
          <p14:tracePt t="10657" x="5767388" y="3221038"/>
          <p14:tracePt t="10673" x="5705475" y="3221038"/>
          <p14:tracePt t="10689" x="5575300" y="3228975"/>
          <p14:tracePt t="10706" x="5529263" y="3235325"/>
          <p14:tracePt t="10723" x="5489575" y="3235325"/>
          <p14:tracePt t="10739" x="5467350" y="3243263"/>
          <p14:tracePt t="10953" x="5497513" y="3259138"/>
          <p14:tracePt t="10961" x="5589588" y="3267075"/>
          <p14:tracePt t="10969" x="5683250" y="3267075"/>
          <p14:tracePt t="10990" x="5875338" y="3267075"/>
          <p14:tracePt t="11007" x="5953125" y="3251200"/>
          <p14:tracePt t="11024" x="5961063" y="3243263"/>
          <p14:tracePt t="11081" x="5953125" y="3243263"/>
          <p14:tracePt t="11097" x="5945188" y="3243263"/>
          <p14:tracePt t="11104" x="5929313" y="3243263"/>
          <p14:tracePt t="11113" x="5922963" y="3243263"/>
          <p14:tracePt t="11124" x="5907088" y="3243263"/>
          <p14:tracePt t="11141" x="5891213" y="3243263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284B2B-072E-3EED-01EF-72D279B6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Step Response (2)</a:t>
            </a:r>
          </a:p>
        </p:txBody>
      </p:sp>
      <p:pic>
        <p:nvPicPr>
          <p:cNvPr id="6" name="Picture 5" descr="A blue and orange lines&#10;&#10;Description automatically generated">
            <a:extLst>
              <a:ext uri="{FF2B5EF4-FFF2-40B4-BE49-F238E27FC236}">
                <a16:creationId xmlns:a16="http://schemas.microsoft.com/office/drawing/2014/main" id="{C5425168-C226-F57C-DEC8-3E2841A6F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156" y="1690688"/>
            <a:ext cx="9609688" cy="4963099"/>
          </a:xfrm>
          <a:prstGeom prst="rect">
            <a:avLst/>
          </a:prstGeom>
        </p:spPr>
      </p:pic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3FC79C9F-9098-0906-F8E6-CAB8C086F3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66179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920"/>
    </mc:Choice>
    <mc:Fallback>
      <p:transition spd="slow" advTm="129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39" x="5845175" y="3243263"/>
          <p14:tracePt t="1147" x="5691188" y="3243263"/>
          <p14:tracePt t="1155" x="5467350" y="3197225"/>
          <p14:tracePt t="1168" x="5297488" y="3151188"/>
          <p14:tracePt t="1185" x="5033963" y="3119438"/>
          <p14:tracePt t="1201" x="4710113" y="3057525"/>
          <p14:tracePt t="1218" x="4548188" y="3035300"/>
          <p14:tracePt t="1219" x="4494213" y="3027363"/>
          <p14:tracePt t="1235" x="4478338" y="3027363"/>
          <p14:tracePt t="1476" x="4440238" y="2997200"/>
          <p14:tracePt t="1483" x="4338638" y="2973388"/>
          <p14:tracePt t="1491" x="4246563" y="2957513"/>
          <p14:tracePt t="1502" x="4176713" y="2949575"/>
          <p14:tracePt t="1519" x="4054475" y="2927350"/>
          <p14:tracePt t="1535" x="3976688" y="2927350"/>
          <p14:tracePt t="1552" x="3960813" y="2919413"/>
          <p14:tracePt t="1603" x="3952875" y="2919413"/>
          <p14:tracePt t="1611" x="3944938" y="2919413"/>
          <p14:tracePt t="1619" x="3914775" y="2935288"/>
          <p14:tracePt t="1635" x="3884613" y="2935288"/>
          <p14:tracePt t="1653" x="3876675" y="2943225"/>
          <p14:tracePt t="1669" x="3868738" y="2943225"/>
          <p14:tracePt t="1836" x="3868738" y="2949575"/>
          <p14:tracePt t="1859" x="3884613" y="2949575"/>
          <p14:tracePt t="1867" x="3898900" y="2927350"/>
          <p14:tracePt t="1883" x="3906838" y="2919413"/>
          <p14:tracePt t="1932" x="3844925" y="2919413"/>
          <p14:tracePt t="1938" x="3760788" y="2919413"/>
          <p14:tracePt t="1947" x="3644900" y="2919413"/>
          <p14:tracePt t="1970" x="3373438" y="2919413"/>
          <p14:tracePt t="1971" x="3203575" y="2919413"/>
          <p14:tracePt t="1986" x="3027363" y="2887663"/>
          <p14:tracePt t="1987" x="2863850" y="2865438"/>
          <p14:tracePt t="2003" x="2733675" y="2857500"/>
          <p14:tracePt t="2020" x="2478088" y="2819400"/>
          <p14:tracePt t="2036" x="2424113" y="2811463"/>
          <p14:tracePt t="2054" x="2409825" y="2811463"/>
          <p14:tracePt t="2075" x="2393950" y="2811463"/>
          <p14:tracePt t="2087" x="2386013" y="2811463"/>
          <p14:tracePt t="2421" x="2416175" y="2827338"/>
          <p14:tracePt t="2428" x="2463800" y="2833688"/>
          <p14:tracePt t="2437" x="2509838" y="2833688"/>
          <p14:tracePt t="2454" x="2625725" y="2873375"/>
          <p14:tracePt t="2471" x="2647950" y="2881313"/>
          <p14:tracePt t="2740" x="2640013" y="2881313"/>
          <p14:tracePt t="2747" x="2617788" y="2881313"/>
          <p14:tracePt t="2755" x="2601913" y="2881313"/>
          <p14:tracePt t="2771" x="2586038" y="2881313"/>
          <p14:tracePt t="2788" x="2579688" y="2881313"/>
          <p14:tracePt t="3099" x="2593975" y="2881313"/>
          <p14:tracePt t="3107" x="2601913" y="2881313"/>
          <p14:tracePt t="3115" x="2625725" y="2903538"/>
          <p14:tracePt t="3123" x="2655888" y="2911475"/>
          <p14:tracePt t="3139" x="2687638" y="2927350"/>
          <p14:tracePt t="3156" x="2803525" y="2943225"/>
          <p14:tracePt t="3173" x="2965450" y="2989263"/>
          <p14:tracePt t="3189" x="3165475" y="3057525"/>
          <p14:tracePt t="3206" x="3413125" y="3119438"/>
          <p14:tracePt t="3223" x="3652838" y="3189288"/>
          <p14:tracePt t="3239" x="3783013" y="3235325"/>
          <p14:tracePt t="3256" x="3884613" y="3251200"/>
          <p14:tracePt t="3272" x="3906838" y="3251200"/>
          <p14:tracePt t="3340" x="3914775" y="3251200"/>
          <p14:tracePt t="3356" x="3930650" y="3251200"/>
          <p14:tracePt t="3364" x="3938588" y="3251200"/>
          <p14:tracePt t="3373" x="3944938" y="3235325"/>
          <p14:tracePt t="3390" x="3952875" y="3228975"/>
          <p14:tracePt t="3406" x="3922713" y="3181350"/>
          <p14:tracePt t="3424" x="3814763" y="3151188"/>
          <p14:tracePt t="3440" x="3752850" y="3113088"/>
          <p14:tracePt t="3457" x="3736975" y="3081338"/>
          <p14:tracePt t="3507" x="3729038" y="3081338"/>
          <p14:tracePt t="3555" x="3729038" y="3073400"/>
          <p14:tracePt t="4579" x="3736975" y="3097213"/>
          <p14:tracePt t="4587" x="3736975" y="3113088"/>
          <p14:tracePt t="4595" x="3744913" y="3127375"/>
          <p14:tracePt t="4609" x="3744913" y="3135313"/>
          <p14:tracePt t="4626" x="3744913" y="3143250"/>
          <p14:tracePt t="4642" x="3744913" y="3159125"/>
          <p14:tracePt t="4660" x="3744913" y="3167063"/>
          <p14:tracePt t="4676" x="3744913" y="3173413"/>
          <p14:tracePt t="4692" x="3744913" y="3205163"/>
          <p14:tracePt t="4709" x="3744913" y="3235325"/>
          <p14:tracePt t="4726" x="3752850" y="3259138"/>
          <p14:tracePt t="4742" x="3768725" y="3289300"/>
          <p14:tracePt t="4759" x="3768725" y="3305175"/>
          <p14:tracePt t="4776" x="3768725" y="3336925"/>
          <p14:tracePt t="4792" x="3768725" y="3375025"/>
          <p14:tracePt t="4810" x="3768725" y="3398838"/>
          <p14:tracePt t="4826" x="3783013" y="3429000"/>
          <p14:tracePt t="4827" x="3790950" y="3444875"/>
          <p14:tracePt t="4843" x="3806825" y="3459163"/>
          <p14:tracePt t="4860" x="3860800" y="3482975"/>
          <p14:tracePt t="4876" x="4022725" y="3490913"/>
          <p14:tracePt t="4893" x="4278313" y="3490913"/>
          <p14:tracePt t="4909" x="4570413" y="3490913"/>
          <p14:tracePt t="4926" x="4910138" y="3490913"/>
          <p14:tracePt t="4943" x="5080000" y="3490913"/>
          <p14:tracePt t="4960" x="5219700" y="3467100"/>
          <p14:tracePt t="4976" x="5265738" y="3452813"/>
          <p14:tracePt t="5068" x="5265738" y="3436938"/>
          <p14:tracePt t="5076" x="5249863" y="3436938"/>
          <p14:tracePt t="5083" x="5243513" y="3421063"/>
          <p14:tracePt t="5093" x="5219700" y="3421063"/>
          <p14:tracePt t="5110" x="5173663" y="3413125"/>
          <p14:tracePt t="5127" x="5149850" y="3390900"/>
          <p14:tracePt t="5143" x="5127625" y="3359150"/>
          <p14:tracePt t="5160" x="5095875" y="3297238"/>
          <p14:tracePt t="5177" x="5065713" y="3259138"/>
          <p14:tracePt t="5194" x="5049838" y="3243263"/>
          <p14:tracePt t="5210" x="5041900" y="3235325"/>
          <p14:tracePt t="5276" x="5018088" y="3228975"/>
          <p14:tracePt t="5283" x="5003800" y="3228975"/>
          <p14:tracePt t="5315" x="4987925" y="3228975"/>
          <p14:tracePt t="5331" x="4964113" y="3228975"/>
          <p14:tracePt t="5339" x="4941888" y="3235325"/>
          <p14:tracePt t="5347" x="4918075" y="3267075"/>
          <p14:tracePt t="5361" x="4895850" y="3297238"/>
          <p14:tracePt t="5377" x="4802188" y="3351213"/>
          <p14:tracePt t="5394" x="4694238" y="3429000"/>
          <p14:tracePt t="5411" x="4610100" y="3498850"/>
          <p14:tracePt t="5411" x="4570413" y="3560763"/>
          <p14:tracePt t="5427" x="4540250" y="3606800"/>
          <p14:tracePt t="5428" x="4508500" y="3644900"/>
          <p14:tracePt t="5444" x="4454525" y="3752850"/>
          <p14:tracePt t="5460" x="4416425" y="3860800"/>
          <p14:tracePt t="5477" x="4378325" y="3954463"/>
          <p14:tracePt t="5494" x="4346575" y="4024313"/>
          <p14:tracePt t="5511" x="4316413" y="4116388"/>
          <p14:tracePt t="5528" x="4270375" y="4216400"/>
          <p14:tracePt t="5544" x="4238625" y="4310063"/>
          <p14:tracePt t="5561" x="4216400" y="4371975"/>
          <p14:tracePt t="5578" x="4216400" y="4386263"/>
          <p14:tracePt t="5595" x="4200525" y="4410075"/>
          <p14:tracePt t="5595" x="4192588" y="4418013"/>
          <p14:tracePt t="5611" x="4184650" y="4425950"/>
          <p14:tracePt t="5612" x="4168775" y="4440238"/>
          <p14:tracePt t="5628" x="4130675" y="4494213"/>
          <p14:tracePt t="5644" x="4100513" y="4541838"/>
          <p14:tracePt t="5661" x="4076700" y="4587875"/>
          <p14:tracePt t="5678" x="4068763" y="4625975"/>
          <p14:tracePt t="5695" x="4068763" y="4641850"/>
          <p14:tracePt t="5711" x="4068763" y="4657725"/>
          <p14:tracePt t="5728" x="4046538" y="4703763"/>
          <p14:tracePt t="5745" x="4014788" y="4733925"/>
          <p14:tracePt t="5762" x="3998913" y="4772025"/>
          <p14:tracePt t="5778" x="3992563" y="4787900"/>
          <p14:tracePt t="5795" x="3984625" y="4811713"/>
          <p14:tracePt t="5813" x="3984625" y="4819650"/>
          <p14:tracePt t="5884" x="3984625" y="4833938"/>
          <p14:tracePt t="5892" x="3998913" y="4841875"/>
          <p14:tracePt t="5899" x="4006850" y="4849813"/>
          <p14:tracePt t="5911" x="4022725" y="4849813"/>
          <p14:tracePt t="5928" x="4030663" y="4857750"/>
          <p14:tracePt t="5949" x="4038600" y="4857750"/>
          <p14:tracePt t="5962" x="4046538" y="4857750"/>
          <p14:tracePt t="5978" x="4054475" y="4857750"/>
          <p14:tracePt t="6003" x="4060825" y="4857750"/>
          <p14:tracePt t="6012" x="4068763" y="4857750"/>
          <p14:tracePt t="6029" x="4100513" y="4857750"/>
          <p14:tracePt t="6045" x="4108450" y="4857750"/>
          <p14:tracePt t="6068" x="4122738" y="4857750"/>
          <p14:tracePt t="6084" x="4130675" y="4857750"/>
          <p14:tracePt t="6096" x="4138613" y="4857750"/>
          <p14:tracePt t="6112" x="4154488" y="4857750"/>
          <p14:tracePt t="6129" x="4192588" y="4857750"/>
          <p14:tracePt t="6146" x="4208463" y="4857750"/>
          <p14:tracePt t="9157" x="4254500" y="4857750"/>
          <p14:tracePt t="9164" x="4270375" y="4857750"/>
          <p14:tracePt t="9172" x="4284663" y="4857750"/>
          <p14:tracePt t="9185" x="4324350" y="4857750"/>
          <p14:tracePt t="9202" x="4354513" y="4873625"/>
          <p14:tracePt t="9269" x="4362450" y="4873625"/>
          <p14:tracePt t="9357" x="4378325" y="4887913"/>
          <p14:tracePt t="9365" x="4378325" y="4895850"/>
          <p14:tracePt t="9373" x="4394200" y="4919663"/>
          <p14:tracePt t="9386" x="4400550" y="4943475"/>
          <p14:tracePt t="9403" x="4416425" y="4957763"/>
          <p14:tracePt t="9420" x="4440238" y="4973638"/>
          <p14:tracePt t="11141" x="4478338" y="4973638"/>
          <p14:tracePt t="11148" x="4787900" y="4957763"/>
          <p14:tracePt t="11158" x="5443538" y="4873625"/>
          <p14:tracePt t="11173" x="6786563" y="4657725"/>
          <p14:tracePt t="11190" x="8099425" y="4448175"/>
          <p14:tracePt t="11206" x="9288463" y="4286250"/>
          <p14:tracePt t="11223" x="9859963" y="4078288"/>
          <p14:tracePt t="11240" x="10007600" y="4030663"/>
          <p14:tracePt t="11257" x="10029825" y="4016375"/>
          <p14:tracePt t="11358" x="10029825" y="4030663"/>
          <p14:tracePt t="11364" x="10007600" y="4030663"/>
          <p14:tracePt t="11373" x="9999663" y="4038600"/>
          <p14:tracePt t="11391" x="9983788" y="4046538"/>
          <p14:tracePt t="11453" x="9975850" y="4046538"/>
          <p14:tracePt t="11460" x="9952038" y="4054475"/>
          <p14:tracePt t="11468" x="9859963" y="4062413"/>
          <p14:tracePt t="11490" x="9536113" y="4086225"/>
          <p14:tracePt t="11507" x="9172575" y="4086225"/>
          <p14:tracePt t="11524" x="9010650" y="4100513"/>
          <p14:tracePt t="11525" x="8988425" y="4108450"/>
          <p14:tracePt t="11541" x="8964613" y="4116388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284B2B-072E-3EED-01EF-72D279B6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Step Response (3)</a:t>
            </a:r>
          </a:p>
        </p:txBody>
      </p:sp>
      <p:pic>
        <p:nvPicPr>
          <p:cNvPr id="2" name="Picture 1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86313886-C933-1405-864F-D04F7F6BA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835" y="1455803"/>
            <a:ext cx="9745429" cy="5037072"/>
          </a:xfrm>
          <a:prstGeom prst="rect">
            <a:avLst/>
          </a:prstGeom>
        </p:spPr>
      </p:pic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5DB70BD7-BC1B-9CE1-EFED-5245820E6E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09691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31"/>
    </mc:Choice>
    <mc:Fallback>
      <p:transition spd="slow" advTm="154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59" x="8694738" y="4116388"/>
          <p14:tracePt t="1066" x="7967663" y="4116388"/>
          <p14:tracePt t="1075" x="7443788" y="4116388"/>
          <p14:tracePt t="1082" x="7010400" y="4116388"/>
          <p14:tracePt t="1097" x="6748463" y="4078288"/>
          <p14:tracePt t="1114" x="6446838" y="3984625"/>
          <p14:tracePt t="1115" x="6284913" y="3892550"/>
          <p14:tracePt t="1130" x="6076950" y="3760788"/>
          <p14:tracePt t="1147" x="5567363" y="3498850"/>
          <p14:tracePt t="1163" x="5095875" y="3235325"/>
          <p14:tracePt t="1180" x="4941888" y="3127375"/>
          <p14:tracePt t="1197" x="4826000" y="3019425"/>
          <p14:tracePt t="1214" x="4787900" y="2989263"/>
          <p14:tracePt t="1230" x="4779963" y="2965450"/>
          <p14:tracePt t="1247" x="4748213" y="2935288"/>
          <p14:tracePt t="1264" x="4678363" y="2849563"/>
          <p14:tracePt t="1280" x="4594225" y="2725738"/>
          <p14:tracePt t="1297" x="4532313" y="2617788"/>
          <p14:tracePt t="1315" x="4508500" y="2587625"/>
          <p14:tracePt t="1331" x="4494213" y="2579688"/>
          <p14:tracePt t="1347" x="4462463" y="2563813"/>
          <p14:tracePt t="1500" x="4454525" y="2563813"/>
          <p14:tracePt t="1523" x="4454525" y="2555875"/>
          <p14:tracePt t="1555" x="4462463" y="2547938"/>
          <p14:tracePt t="1563" x="4462463" y="2541588"/>
          <p14:tracePt t="1579" x="4462463" y="2517775"/>
          <p14:tracePt t="1636" x="4394200" y="2517775"/>
          <p14:tracePt t="1643" x="4238625" y="2517775"/>
          <p14:tracePt t="1650" x="4068763" y="2517775"/>
          <p14:tracePt t="1664" x="3860800" y="2517775"/>
          <p14:tracePt t="1682" x="3443288" y="2517775"/>
          <p14:tracePt t="1683" x="3227388" y="2517775"/>
          <p14:tracePt t="1698" x="3103563" y="2517775"/>
          <p14:tracePt t="1699" x="2987675" y="2517775"/>
          <p14:tracePt t="1715" x="2919413" y="2517775"/>
          <p14:tracePt t="1732" x="2857500" y="2517775"/>
          <p14:tracePt t="1750" x="2841625" y="2517775"/>
          <p14:tracePt t="2004" x="2857500" y="2517775"/>
          <p14:tracePt t="2011" x="2863850" y="2517775"/>
          <p14:tracePt t="2172" x="2871788" y="2517775"/>
          <p14:tracePt t="2179" x="2941638" y="2525713"/>
          <p14:tracePt t="2187" x="3049588" y="2533650"/>
          <p14:tracePt t="2199" x="3157538" y="2533650"/>
          <p14:tracePt t="2216" x="3313113" y="2547938"/>
          <p14:tracePt t="2233" x="3451225" y="2571750"/>
          <p14:tracePt t="2249" x="3489325" y="2571750"/>
          <p14:tracePt t="2636" x="3544888" y="2571750"/>
          <p14:tracePt t="2643" x="3621088" y="2571750"/>
          <p14:tracePt t="2651" x="3652838" y="2571750"/>
          <p14:tracePt t="2667" x="3683000" y="2571750"/>
          <p14:tracePt t="2668" x="3714750" y="2571750"/>
          <p14:tracePt t="2684" x="3806825" y="2555875"/>
          <p14:tracePt t="2700" x="3836988" y="2547938"/>
          <p14:tracePt t="2717" x="3868738" y="2541588"/>
          <p14:tracePt t="2733" x="3884613" y="2541588"/>
          <p14:tracePt t="2751" x="3906838" y="2541588"/>
          <p14:tracePt t="2767" x="3930650" y="2541588"/>
          <p14:tracePt t="2784" x="3968750" y="2541588"/>
          <p14:tracePt t="2801" x="3998913" y="2541588"/>
          <p14:tracePt t="2818" x="4006850" y="2541588"/>
          <p14:tracePt t="2834" x="4006850" y="2533650"/>
          <p14:tracePt t="2835" x="4014788" y="2533650"/>
          <p14:tracePt t="2851" x="4014788" y="2525713"/>
          <p14:tracePt t="2867" x="4014788" y="2509838"/>
          <p14:tracePt t="2884" x="4014788" y="2501900"/>
          <p14:tracePt t="2901" x="4022725" y="2486025"/>
          <p14:tracePt t="2918" x="4038600" y="2479675"/>
          <p14:tracePt t="2935" x="4038600" y="2471738"/>
          <p14:tracePt t="2951" x="4046538" y="2463800"/>
          <p14:tracePt t="2967" x="4060825" y="2439988"/>
          <p14:tracePt t="2986" x="4068763" y="2432050"/>
          <p14:tracePt t="2988" x="4068763" y="2425700"/>
          <p14:tracePt t="3001" x="4076700" y="2417763"/>
          <p14:tracePt t="3017" x="4084638" y="2409825"/>
          <p14:tracePt t="3035" x="4100513" y="2378075"/>
          <p14:tracePt t="3051" x="4108450" y="2378075"/>
          <p14:tracePt t="3068" x="4114800" y="2371725"/>
          <p14:tracePt t="3140" x="4114800" y="2363788"/>
          <p14:tracePt t="3147" x="4138613" y="2355850"/>
          <p14:tracePt t="3155" x="4138613" y="2339975"/>
          <p14:tracePt t="3168" x="4146550" y="2339975"/>
          <p14:tracePt t="3185" x="4146550" y="2332038"/>
          <p14:tracePt t="3202" x="4146550" y="2324100"/>
          <p14:tracePt t="3251" x="4162425" y="2309813"/>
          <p14:tracePt t="3259" x="4168775" y="2301875"/>
          <p14:tracePt t="3268" x="4176713" y="2293938"/>
          <p14:tracePt t="3286" x="4176713" y="2286000"/>
          <p14:tracePt t="3692" x="4192588" y="2286000"/>
          <p14:tracePt t="3699" x="4224338" y="2286000"/>
          <p14:tracePt t="3707" x="4270375" y="2309813"/>
          <p14:tracePt t="3719" x="4332288" y="2332038"/>
          <p14:tracePt t="3736" x="4400550" y="2363788"/>
          <p14:tracePt t="3753" x="4494213" y="2417763"/>
          <p14:tracePt t="3769" x="4524375" y="2439988"/>
          <p14:tracePt t="3786" x="4540250" y="2439988"/>
          <p14:tracePt t="3803" x="4548188" y="2455863"/>
          <p14:tracePt t="3819" x="4556125" y="2455863"/>
          <p14:tracePt t="3836" x="4570413" y="2479675"/>
          <p14:tracePt t="3853" x="4578350" y="2479675"/>
          <p14:tracePt t="3869" x="4586288" y="2486025"/>
          <p14:tracePt t="4028" x="4594225" y="2486025"/>
          <p14:tracePt t="4035" x="4618038" y="2486025"/>
          <p14:tracePt t="4043" x="4640263" y="2501900"/>
          <p14:tracePt t="4053" x="4648200" y="2509838"/>
          <p14:tracePt t="4070" x="4678363" y="2517775"/>
          <p14:tracePt t="4180" x="4640263" y="2517775"/>
          <p14:tracePt t="4188" x="4632325" y="2501900"/>
          <p14:tracePt t="4195" x="4602163" y="2479675"/>
          <p14:tracePt t="4205" x="4586288" y="2463800"/>
          <p14:tracePt t="4323" x="4578350" y="2463800"/>
          <p14:tracePt t="4420" x="4570413" y="2463800"/>
          <p14:tracePt t="4516" x="4556125" y="2455863"/>
          <p14:tracePt t="4876" x="4548188" y="2447925"/>
          <p14:tracePt t="4883" x="4532313" y="2447925"/>
          <p14:tracePt t="4892" x="4502150" y="2439988"/>
          <p14:tracePt t="4905" x="4486275" y="2432050"/>
          <p14:tracePt t="4922" x="4432300" y="2417763"/>
          <p14:tracePt t="4939" x="4400550" y="2401888"/>
          <p14:tracePt t="4940" x="4378325" y="2393950"/>
          <p14:tracePt t="4955" x="4362450" y="2386013"/>
          <p14:tracePt t="4972" x="4362450" y="2378075"/>
          <p14:tracePt t="5060" x="4354513" y="2378075"/>
          <p14:tracePt t="5588" x="4338638" y="2386013"/>
          <p14:tracePt t="5595" x="4332288" y="2393950"/>
          <p14:tracePt t="5607" x="4316413" y="2409825"/>
          <p14:tracePt t="5624" x="4300538" y="2439988"/>
          <p14:tracePt t="5641" x="4300538" y="2463800"/>
          <p14:tracePt t="5658" x="4300538" y="2471738"/>
          <p14:tracePt t="5724" x="4300538" y="2486025"/>
          <p14:tracePt t="5772" x="4292600" y="2493963"/>
          <p14:tracePt t="5787" x="4284663" y="2493963"/>
          <p14:tracePt t="5795" x="4278313" y="2463800"/>
          <p14:tracePt t="5807" x="4270375" y="2447925"/>
          <p14:tracePt t="5824" x="4238625" y="2417763"/>
          <p14:tracePt t="5840" x="4216400" y="2401888"/>
          <p14:tracePt t="5857" x="4200525" y="2393950"/>
          <p14:tracePt t="5964" x="4192588" y="2393950"/>
          <p14:tracePt t="5980" x="4192588" y="2401888"/>
          <p14:tracePt t="5996" x="4192588" y="2417763"/>
          <p14:tracePt t="6004" x="4200525" y="2425700"/>
          <p14:tracePt t="6011" x="4208463" y="2432050"/>
          <p14:tracePt t="6024" x="4216400" y="2432050"/>
          <p14:tracePt t="6041" x="4238625" y="2432050"/>
          <p14:tracePt t="6068" x="4246563" y="2432050"/>
          <p14:tracePt t="6093" x="4254500" y="2425700"/>
          <p14:tracePt t="6100" x="4262438" y="2409825"/>
          <p14:tracePt t="6109" x="4270375" y="2401888"/>
          <p14:tracePt t="6124" x="4278313" y="2371725"/>
          <p14:tracePt t="6141" x="4278313" y="2332038"/>
          <p14:tracePt t="6158" x="4278313" y="2293938"/>
          <p14:tracePt t="6175" x="4262438" y="2270125"/>
          <p14:tracePt t="6204" x="4254500" y="2262188"/>
          <p14:tracePt t="6244" x="4246563" y="2247900"/>
          <p14:tracePt t="6421" x="4230688" y="2232025"/>
          <p14:tracePt t="6436" x="4224338" y="2232025"/>
          <p14:tracePt t="6452" x="4216400" y="2224088"/>
          <p14:tracePt t="6459" x="4208463" y="2216150"/>
          <p14:tracePt t="6476" x="4208463" y="2200275"/>
          <p14:tracePt t="6493" x="4192588" y="2185988"/>
          <p14:tracePt t="6508" x="4192588" y="2178050"/>
          <p14:tracePt t="6526" x="4184650" y="2170113"/>
          <p14:tracePt t="6542" x="4176713" y="2162175"/>
          <p14:tracePt t="6597" x="4168775" y="2162175"/>
          <p14:tracePt t="7972" x="4162425" y="2162175"/>
          <p14:tracePt t="7980" x="4130675" y="2178050"/>
          <p14:tracePt t="7988" x="4046538" y="2193925"/>
          <p14:tracePt t="7996" x="3952875" y="2208213"/>
          <p14:tracePt t="8012" x="3829050" y="2208213"/>
          <p14:tracePt t="8029" x="3529013" y="2224088"/>
          <p14:tracePt t="8046" x="3305175" y="2232025"/>
          <p14:tracePt t="8063" x="3203575" y="2255838"/>
          <p14:tracePt t="8079" x="3127375" y="2270125"/>
          <p14:tracePt t="8095" x="3041650" y="2301875"/>
          <p14:tracePt t="8113" x="2979738" y="2332038"/>
          <p14:tracePt t="8129" x="2933700" y="2371725"/>
          <p14:tracePt t="8145" x="2903538" y="2393950"/>
          <p14:tracePt t="8162" x="2863850" y="2417763"/>
          <p14:tracePt t="8179" x="2841625" y="2447925"/>
          <p14:tracePt t="8196" x="2825750" y="2501900"/>
          <p14:tracePt t="8197" x="2825750" y="2533650"/>
          <p14:tracePt t="8212" x="2825750" y="2595563"/>
          <p14:tracePt t="8229" x="2825750" y="2657475"/>
          <p14:tracePt t="8246" x="2825750" y="2717800"/>
          <p14:tracePt t="8262" x="2849563" y="2757488"/>
          <p14:tracePt t="8279" x="2895600" y="2779713"/>
          <p14:tracePt t="8296" x="2965450" y="2787650"/>
          <p14:tracePt t="8312" x="3049588" y="2795588"/>
          <p14:tracePt t="8329" x="3165475" y="2795588"/>
          <p14:tracePt t="8346" x="3227388" y="2757488"/>
          <p14:tracePt t="8363" x="3227388" y="2711450"/>
          <p14:tracePt t="8364" x="3227388" y="2695575"/>
          <p14:tracePt t="8540" x="3219450" y="2687638"/>
          <p14:tracePt t="8588" x="3219450" y="2711450"/>
          <p14:tracePt t="8596" x="3219450" y="2725738"/>
          <p14:tracePt t="8604" x="3219450" y="2733675"/>
          <p14:tracePt t="8613" x="3219450" y="2749550"/>
          <p14:tracePt t="8630" x="3219450" y="2811463"/>
          <p14:tracePt t="8647" x="3259138" y="2957513"/>
          <p14:tracePt t="8664" x="3343275" y="3181350"/>
          <p14:tracePt t="8680" x="3443288" y="3429000"/>
          <p14:tracePt t="8697" x="3536950" y="3614738"/>
          <p14:tracePt t="8714" x="3575050" y="3744913"/>
          <p14:tracePt t="8730" x="3598863" y="3830638"/>
          <p14:tracePt t="8748" x="3629025" y="3900488"/>
          <p14:tracePt t="8764" x="3629025" y="3914775"/>
          <p14:tracePt t="8765" x="3636963" y="3922713"/>
          <p14:tracePt t="8780" x="3667125" y="3946525"/>
          <p14:tracePt t="8804" x="3675063" y="3954463"/>
          <p14:tracePt t="8820" x="3690938" y="3970338"/>
          <p14:tracePt t="8869" x="3690938" y="3976688"/>
          <p14:tracePt t="8876" x="3690938" y="3984625"/>
          <p14:tracePt t="8884" x="3698875" y="3992563"/>
          <p14:tracePt t="8900" x="3706813" y="4000500"/>
          <p14:tracePt t="8914" x="3714750" y="4008438"/>
          <p14:tracePt t="8931" x="3768725" y="4038600"/>
          <p14:tracePt t="8947" x="3868738" y="4078288"/>
          <p14:tracePt t="8948" x="3914775" y="4092575"/>
          <p14:tracePt t="8964" x="3976688" y="4108450"/>
          <p14:tracePt t="8981" x="4122738" y="4154488"/>
          <p14:tracePt t="8997" x="4154488" y="4170363"/>
          <p14:tracePt t="9014" x="4192588" y="4216400"/>
          <p14:tracePt t="9031" x="4230688" y="4262438"/>
          <p14:tracePt t="9048" x="4262438" y="4302125"/>
          <p14:tracePt t="9064" x="4300538" y="4340225"/>
          <p14:tracePt t="9082" x="4332288" y="4378325"/>
          <p14:tracePt t="9098" x="4362450" y="4402138"/>
          <p14:tracePt t="9114" x="4378325" y="4402138"/>
          <p14:tracePt t="9132" x="4386263" y="4410075"/>
          <p14:tracePt t="9150" x="4394200" y="4410075"/>
          <p14:tracePt t="9182" x="4408488" y="4410075"/>
          <p14:tracePt t="9278" x="4400550" y="4410075"/>
          <p14:tracePt t="9285" x="4386263" y="4410075"/>
          <p14:tracePt t="9292" x="4378325" y="4402138"/>
          <p14:tracePt t="9315" x="4338638" y="4371975"/>
          <p14:tracePt t="9332" x="4324350" y="4364038"/>
          <p14:tracePt t="9332" x="4316413" y="4356100"/>
          <p14:tracePt t="9613" x="4308475" y="4348163"/>
          <p14:tracePt t="9620" x="4308475" y="4310063"/>
          <p14:tracePt t="9628" x="4308475" y="4262438"/>
          <p14:tracePt t="9649" x="4308475" y="4132263"/>
          <p14:tracePt t="9666" x="4308475" y="3984625"/>
          <p14:tracePt t="9683" x="4308475" y="3876675"/>
          <p14:tracePt t="9699" x="4308475" y="3822700"/>
          <p14:tracePt t="9716" x="4308475" y="3776663"/>
          <p14:tracePt t="9733" x="4308475" y="3768725"/>
          <p14:tracePt t="9749" x="4308475" y="3752850"/>
          <p14:tracePt t="11901" x="4300538" y="3830638"/>
          <p14:tracePt t="11908" x="4300538" y="3922713"/>
          <p14:tracePt t="11921" x="4338638" y="3984625"/>
          <p14:tracePt t="11938" x="4386263" y="4038600"/>
          <p14:tracePt t="11954" x="4408488" y="4086225"/>
          <p14:tracePt t="11971" x="4448175" y="4108450"/>
          <p14:tracePt t="11972" x="4454525" y="4116388"/>
          <p14:tracePt t="12085" x="4478338" y="4116388"/>
          <p14:tracePt t="12092" x="4494213" y="4116388"/>
          <p14:tracePt t="12104" x="4548188" y="4116388"/>
          <p14:tracePt t="12121" x="4678363" y="4108450"/>
          <p14:tracePt t="12138" x="4826000" y="4100513"/>
          <p14:tracePt t="12155" x="4910138" y="4100513"/>
          <p14:tracePt t="12171" x="4964113" y="4100513"/>
          <p14:tracePt t="12213" x="4964113" y="4092575"/>
          <p14:tracePt t="12237" x="4964113" y="4086225"/>
          <p14:tracePt t="12333" x="4964113" y="4092575"/>
          <p14:tracePt t="12340" x="5003800" y="4132263"/>
          <p14:tracePt t="12348" x="5049838" y="4154488"/>
          <p14:tracePt t="12372" x="5119688" y="4194175"/>
          <p14:tracePt t="12373" x="5133975" y="4200525"/>
          <p14:tracePt t="12389" x="5141913" y="4200525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284B2B-072E-3EED-01EF-72D279B6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Step Response (4)</a:t>
            </a:r>
          </a:p>
        </p:txBody>
      </p:sp>
      <p:pic>
        <p:nvPicPr>
          <p:cNvPr id="3" name="Picture 2" descr="A graph with lines and dots&#10;&#10;Description automatically generated with medium confidence">
            <a:extLst>
              <a:ext uri="{FF2B5EF4-FFF2-40B4-BE49-F238E27FC236}">
                <a16:creationId xmlns:a16="http://schemas.microsoft.com/office/drawing/2014/main" id="{2143F158-0488-0D25-8EF9-FC9E6D9D4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671" y="1535000"/>
            <a:ext cx="9322521" cy="4812012"/>
          </a:xfrm>
          <a:prstGeom prst="rect">
            <a:avLst/>
          </a:prstGeom>
        </p:spPr>
      </p:pic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F6F2EA85-166E-06B0-2222-8D5C954B05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40787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582"/>
    </mc:Choice>
    <mc:Fallback>
      <p:transition spd="slow" advTm="135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607" x="5149850" y="4216400"/>
          <p14:tracePt t="1614" x="5157788" y="4240213"/>
          <p14:tracePt t="1625" x="5187950" y="4302125"/>
          <p14:tracePt t="1641" x="5211763" y="4418013"/>
          <p14:tracePt t="1658" x="5249863" y="4625975"/>
          <p14:tracePt t="1675" x="5257800" y="4765675"/>
          <p14:tracePt t="1692" x="5311775" y="4895850"/>
          <p14:tracePt t="1708" x="5405438" y="5003800"/>
          <p14:tracePt t="1725" x="5467350" y="5043488"/>
          <p14:tracePt t="1742" x="5489575" y="5073650"/>
          <p14:tracePt t="1767" x="5489575" y="5081588"/>
          <p14:tracePt t="1775" x="5489575" y="5089525"/>
          <p14:tracePt t="1871" x="5489575" y="5081588"/>
          <p14:tracePt t="1878" x="5489575" y="5073650"/>
          <p14:tracePt t="1886" x="5489575" y="5057775"/>
          <p14:tracePt t="1909" x="5473700" y="5027613"/>
          <p14:tracePt t="1925" x="5381625" y="4981575"/>
          <p14:tracePt t="1942" x="5265738" y="4919663"/>
          <p14:tracePt t="1943" x="5187950" y="4881563"/>
          <p14:tracePt t="1959" x="5011738" y="4811713"/>
          <p14:tracePt t="1976" x="4872038" y="4772025"/>
          <p14:tracePt t="1992" x="4794250" y="4749800"/>
          <p14:tracePt t="2010" x="4764088" y="4749800"/>
          <p14:tracePt t="2026" x="4756150" y="4749800"/>
          <p14:tracePt t="2043" x="4748213" y="4749800"/>
          <p14:tracePt t="2327" x="4756150" y="4733925"/>
          <p14:tracePt t="2334" x="4764088" y="4725988"/>
          <p14:tracePt t="2343" x="4772025" y="4711700"/>
          <p14:tracePt t="2360" x="4779963" y="4711700"/>
          <p14:tracePt t="2431" x="4779963" y="4703763"/>
          <p14:tracePt t="2655" x="4794250" y="4695825"/>
          <p14:tracePt t="2671" x="4802188" y="4679950"/>
          <p14:tracePt t="2678" x="4810125" y="4664075"/>
          <p14:tracePt t="2694" x="4818063" y="4633913"/>
          <p14:tracePt t="2711" x="4833938" y="4602163"/>
          <p14:tracePt t="2727" x="4856163" y="4564063"/>
          <p14:tracePt t="2744" x="4872038" y="4525963"/>
          <p14:tracePt t="2761" x="4879975" y="4510088"/>
          <p14:tracePt t="2823" x="4887913" y="4502150"/>
          <p14:tracePt t="2863" x="4887913" y="4471988"/>
          <p14:tracePt t="2871" x="4903788" y="4386263"/>
          <p14:tracePt t="2878" x="4926013" y="4324350"/>
          <p14:tracePt t="2894" x="4941888" y="4270375"/>
          <p14:tracePt t="2895" x="4964113" y="4194175"/>
          <p14:tracePt t="2911" x="5018088" y="4062413"/>
          <p14:tracePt t="2928" x="5095875" y="3854450"/>
          <p14:tracePt t="2944" x="5127625" y="3714750"/>
          <p14:tracePt t="2961" x="5141913" y="3606800"/>
          <p14:tracePt t="2978" x="5173663" y="3560763"/>
          <p14:tracePt t="2994" x="5173663" y="3552825"/>
          <p14:tracePt t="3011" x="5173663" y="3544888"/>
          <p14:tracePt t="3423" x="5203825" y="3544888"/>
          <p14:tracePt t="3431" x="5289550" y="3514725"/>
          <p14:tracePt t="3439" x="5343525" y="3498850"/>
          <p14:tracePt t="3463" x="5381625" y="3482975"/>
          <p14:tracePt t="3479" x="5389563" y="3475038"/>
          <p14:tracePt t="3528" x="5373688" y="3467100"/>
          <p14:tracePt t="3535" x="5359400" y="3459163"/>
          <p14:tracePt t="3546" x="5319713" y="3459163"/>
          <p14:tracePt t="3563" x="5281613" y="3429000"/>
          <p14:tracePt t="3580" x="5265738" y="3429000"/>
          <p14:tracePt t="5032" x="5249863" y="3421063"/>
          <p14:tracePt t="5039" x="5235575" y="3429000"/>
          <p14:tracePt t="5049" x="5219700" y="3452813"/>
          <p14:tracePt t="5066" x="5195888" y="3490913"/>
          <p14:tracePt t="5082" x="5173663" y="3514725"/>
          <p14:tracePt t="5099" x="5133975" y="3560763"/>
          <p14:tracePt t="5116" x="5095875" y="3614738"/>
          <p14:tracePt t="5133" x="5041900" y="3706813"/>
          <p14:tracePt t="5150" x="4957763" y="3876675"/>
          <p14:tracePt t="5167" x="4856163" y="4038600"/>
          <p14:tracePt t="5168" x="4810125" y="4116388"/>
          <p14:tracePt t="5183" x="4779963" y="4162425"/>
          <p14:tracePt t="5184" x="4764088" y="4194175"/>
          <p14:tracePt t="5199" x="4740275" y="4232275"/>
          <p14:tracePt t="5216" x="4733925" y="4256088"/>
          <p14:tracePt t="5233" x="4725988" y="4278313"/>
          <p14:tracePt t="5250" x="4725988" y="4294188"/>
          <p14:tracePt t="5267" x="4718050" y="4324350"/>
          <p14:tracePt t="5283" x="4710113" y="4356100"/>
          <p14:tracePt t="5300" x="4694238" y="4386263"/>
          <p14:tracePt t="5425" x="4694238" y="4378325"/>
          <p14:tracePt t="5431" x="4678363" y="4378325"/>
          <p14:tracePt t="5439" x="4678363" y="4364038"/>
          <p14:tracePt t="5471" x="4678363" y="4356100"/>
          <p14:tracePt t="5487" x="4686300" y="4348163"/>
          <p14:tracePt t="5495" x="4694238" y="4340225"/>
          <p14:tracePt t="5832" x="4694238" y="4356100"/>
          <p14:tracePt t="5839" x="4694238" y="4402138"/>
          <p14:tracePt t="5851" x="4702175" y="4432300"/>
          <p14:tracePt t="5867" x="4710113" y="4471988"/>
          <p14:tracePt t="5884" x="4718050" y="4494213"/>
          <p14:tracePt t="5901" x="4725988" y="4494213"/>
          <p14:tracePt t="5918" x="4725988" y="4510088"/>
          <p14:tracePt t="5935" x="4725988" y="4518025"/>
          <p14:tracePt t="5951" x="4725988" y="4533900"/>
          <p14:tracePt t="5968" x="4725988" y="4556125"/>
          <p14:tracePt t="5984" x="4725988" y="4579938"/>
          <p14:tracePt t="6001" x="4725988" y="4595813"/>
          <p14:tracePt t="6018" x="4718050" y="4633913"/>
          <p14:tracePt t="6034" x="4710113" y="4679950"/>
          <p14:tracePt t="6052" x="4686300" y="4741863"/>
          <p14:tracePt t="6068" x="4664075" y="4803775"/>
          <p14:tracePt t="6085" x="4648200" y="4841875"/>
          <p14:tracePt t="6102" x="4648200" y="4857750"/>
          <p14:tracePt t="6118" x="4648200" y="4865688"/>
          <p14:tracePt t="6135" x="4640263" y="4895850"/>
          <p14:tracePt t="6136" x="4632325" y="4927600"/>
          <p14:tracePt t="6151" x="4624388" y="4957763"/>
          <p14:tracePt t="6168" x="4602163" y="5051425"/>
          <p14:tracePt t="6185" x="4602163" y="5073650"/>
          <p14:tracePt t="6201" x="4602163" y="5089525"/>
          <p14:tracePt t="6345" x="4594225" y="5089525"/>
          <p14:tracePt t="6376" x="4586288" y="5127625"/>
          <p14:tracePt t="6384" x="4564063" y="5151438"/>
          <p14:tracePt t="6391" x="4548188" y="5173663"/>
          <p14:tracePt t="6402" x="4540250" y="5205413"/>
          <p14:tracePt t="6419" x="4516438" y="5229225"/>
          <p14:tracePt t="6721" x="4516438" y="5221288"/>
          <p14:tracePt t="8272" x="4516438" y="5251450"/>
          <p14:tracePt t="8280" x="4516438" y="5275263"/>
          <p14:tracePt t="8289" x="4516438" y="5297488"/>
          <p14:tracePt t="8307" x="4532313" y="5343525"/>
          <p14:tracePt t="8323" x="4540250" y="5359400"/>
          <p14:tracePt t="8352" x="4548188" y="5359400"/>
          <p14:tracePt t="9585" x="4564063" y="5337175"/>
          <p14:tracePt t="9592" x="4570413" y="5313363"/>
          <p14:tracePt t="9600" x="4570413" y="5305425"/>
          <p14:tracePt t="9936" x="4570413" y="5289550"/>
          <p14:tracePt t="9960" x="4570413" y="5275263"/>
          <p14:tracePt t="9968" x="4570413" y="5243513"/>
          <p14:tracePt t="9977" x="4548188" y="5221288"/>
          <p14:tracePt t="9993" x="4540250" y="5197475"/>
          <p14:tracePt t="10010" x="4524375" y="5173663"/>
          <p14:tracePt t="10048" x="4516438" y="5173663"/>
          <p14:tracePt t="10361" x="4524375" y="5167313"/>
          <p14:tracePt t="10368" x="4570413" y="5143500"/>
          <p14:tracePt t="10377" x="4602163" y="5135563"/>
          <p14:tracePt t="10395" x="4624388" y="5119688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2AD8-0056-A5AE-65BB-66D3FF7F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that will be applied for future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24595-668C-DA7D-7083-AC950F33C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compensator</a:t>
            </a:r>
          </a:p>
          <a:p>
            <a:r>
              <a:rPr lang="en-US" dirty="0"/>
              <a:t>Using average model for simulation</a:t>
            </a:r>
          </a:p>
          <a:p>
            <a:r>
              <a:rPr lang="en-US" dirty="0"/>
              <a:t>Calculate and build a custom transformer/inductor</a:t>
            </a:r>
          </a:p>
          <a:p>
            <a:r>
              <a:rPr lang="en-US" dirty="0" err="1"/>
              <a:t>Kicad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C3E5DCC2-C91C-86F8-6FF0-B0A8E03855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42730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545"/>
    </mc:Choice>
    <mc:Fallback>
      <p:transition spd="slow" advTm="335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304" x="4632325" y="5119688"/>
          <p14:tracePt t="2313" x="4632325" y="4949825"/>
          <p14:tracePt t="2320" x="4556125" y="4356100"/>
          <p14:tracePt t="2328" x="4386263" y="3706813"/>
          <p14:tracePt t="2345" x="3876675" y="2447925"/>
          <p14:tracePt t="2362" x="3343275" y="1598613"/>
          <p14:tracePt t="2379" x="3119438" y="1150938"/>
          <p14:tracePt t="2395" x="3095625" y="981075"/>
          <p14:tracePt t="2412" x="3135313" y="927100"/>
          <p14:tracePt t="2429" x="3143250" y="911225"/>
          <p14:tracePt t="2520" x="3143250" y="919163"/>
          <p14:tracePt t="2528" x="3127375" y="949325"/>
          <p14:tracePt t="2536" x="3119438" y="973138"/>
          <p14:tracePt t="2545" x="3111500" y="1003300"/>
          <p14:tracePt t="2562" x="3095625" y="1057275"/>
          <p14:tracePt t="2579" x="3089275" y="1073150"/>
          <p14:tracePt t="2760" x="3197225" y="1096963"/>
          <p14:tracePt t="2767" x="3698875" y="1096963"/>
          <p14:tracePt t="2775" x="4114800" y="1096963"/>
          <p14:tracePt t="2795" x="4618038" y="1096963"/>
          <p14:tracePt t="2812" x="4632325" y="1096963"/>
          <p14:tracePt t="2896" x="4640263" y="1096963"/>
          <p14:tracePt t="2903" x="4664075" y="1089025"/>
          <p14:tracePt t="2912" x="4710113" y="1057275"/>
          <p14:tracePt t="2929" x="4794250" y="1019175"/>
          <p14:tracePt t="2946" x="4841875" y="996950"/>
          <p14:tracePt t="2963" x="4910138" y="927100"/>
          <p14:tracePt t="2980" x="4987925" y="833438"/>
          <p14:tracePt t="2997" x="5003800" y="787400"/>
          <p14:tracePt t="3013" x="5003800" y="725488"/>
          <p14:tracePt t="3030" x="4941888" y="679450"/>
          <p14:tracePt t="3046" x="4818063" y="671513"/>
          <p14:tracePt t="3063" x="4779963" y="695325"/>
          <p14:tracePt t="3448" x="4787900" y="695325"/>
          <p14:tracePt t="3467" x="4794250" y="695325"/>
          <p14:tracePt t="3471" x="4818063" y="687388"/>
          <p14:tracePt t="3480" x="4833938" y="679450"/>
          <p14:tracePt t="3497" x="4941888" y="609600"/>
          <p14:tracePt t="3514" x="5041900" y="555625"/>
          <p14:tracePt t="3531" x="5073650" y="525463"/>
          <p14:tracePt t="3548" x="5103813" y="485775"/>
          <p14:tracePt t="3564" x="5149850" y="455613"/>
          <p14:tracePt t="3581" x="5181600" y="431800"/>
          <p14:tracePt t="3598" x="5195888" y="425450"/>
          <p14:tracePt t="3614" x="5195888" y="417513"/>
          <p14:tracePt t="4144" x="5203825" y="417513"/>
          <p14:tracePt t="4151" x="5249863" y="425450"/>
          <p14:tracePt t="4159" x="5281613" y="455613"/>
          <p14:tracePt t="4167" x="5303838" y="479425"/>
          <p14:tracePt t="4182" x="5335588" y="517525"/>
          <p14:tracePt t="4199" x="5389563" y="595313"/>
          <p14:tracePt t="4200" x="5413375" y="609600"/>
          <p14:tracePt t="4215" x="5435600" y="641350"/>
          <p14:tracePt t="4232" x="5489575" y="679450"/>
          <p14:tracePt t="4249" x="5521325" y="695325"/>
          <p14:tracePt t="4266" x="5551488" y="711200"/>
          <p14:tracePt t="4283" x="5551488" y="717550"/>
          <p14:tracePt t="4299" x="5551488" y="741363"/>
          <p14:tracePt t="4408" x="5535613" y="741363"/>
          <p14:tracePt t="4512" x="5543550" y="741363"/>
          <p14:tracePt t="4519" x="5551488" y="749300"/>
          <p14:tracePt t="5680" x="5505450" y="795338"/>
          <p14:tracePt t="5688" x="5397500" y="957263"/>
          <p14:tracePt t="5696" x="5227638" y="1135063"/>
          <p14:tracePt t="5720" x="4656138" y="1582738"/>
          <p14:tracePt t="5736" x="4394200" y="1690688"/>
          <p14:tracePt t="5736" x="4162425" y="1784350"/>
          <p14:tracePt t="5752" x="3898900" y="1900238"/>
          <p14:tracePt t="5769" x="3768725" y="1954213"/>
          <p14:tracePt t="5785" x="3721100" y="1970088"/>
          <p14:tracePt t="5802" x="3721100" y="1984375"/>
          <p14:tracePt t="5819" x="3706813" y="1984375"/>
          <p14:tracePt t="5836" x="3667125" y="2016125"/>
          <p14:tracePt t="5853" x="3598863" y="2070100"/>
          <p14:tracePt t="5869" x="3505200" y="2132013"/>
          <p14:tracePt t="5886" x="3421063" y="2162175"/>
          <p14:tracePt t="5902" x="3367088" y="2178050"/>
          <p14:tracePt t="5920" x="3243263" y="2208213"/>
          <p14:tracePt t="5936" x="3197225" y="2224088"/>
          <p14:tracePt t="5953" x="3103563" y="2270125"/>
          <p14:tracePt t="5970" x="3065463" y="2270125"/>
          <p14:tracePt t="6241" x="3065463" y="2293938"/>
          <p14:tracePt t="6248" x="3065463" y="2301875"/>
          <p14:tracePt t="17651" x="3127375" y="2324100"/>
          <p14:tracePt t="17658" x="3211513" y="2378075"/>
          <p14:tracePt t="17666" x="3281363" y="2409825"/>
          <p14:tracePt t="17678" x="3351213" y="2455863"/>
          <p14:tracePt t="17696" x="3497263" y="2509838"/>
          <p14:tracePt t="17712" x="3544888" y="2541588"/>
          <p14:tracePt t="17729" x="3559175" y="2547938"/>
          <p14:tracePt t="18242" x="3567113" y="2547938"/>
          <p14:tracePt t="18250" x="3567113" y="2533650"/>
          <p14:tracePt t="18258" x="3567113" y="2525713"/>
          <p14:tracePt t="18280" x="3567113" y="2501900"/>
          <p14:tracePt t="26988" x="3489325" y="2509838"/>
          <p14:tracePt t="26995" x="3305175" y="2711450"/>
          <p14:tracePt t="27003" x="2957513" y="3027363"/>
          <p14:tracePt t="27015" x="2655888" y="3282950"/>
          <p14:tracePt t="27032" x="2030413" y="3698875"/>
          <p14:tracePt t="27049" x="1752600" y="3900488"/>
          <p14:tracePt t="27066" x="1660525" y="3954463"/>
          <p14:tracePt t="27156" x="1652588" y="3962400"/>
          <p14:tracePt t="27163" x="1644650" y="3962400"/>
          <p14:tracePt t="27171" x="1628775" y="4000500"/>
          <p14:tracePt t="27183" x="1598613" y="4000500"/>
          <p14:tracePt t="27199" x="1528763" y="4038600"/>
          <p14:tracePt t="27216" x="1490663" y="4062413"/>
          <p14:tracePt t="27233" x="1458913" y="4070350"/>
          <p14:tracePt t="27250" x="1444625" y="4070350"/>
          <p14:tracePt t="27388" x="1428750" y="4062413"/>
          <p14:tracePt t="27395" x="1404938" y="4016375"/>
          <p14:tracePt t="27403" x="1382713" y="3976688"/>
          <p14:tracePt t="27416" x="1374775" y="3962400"/>
          <p14:tracePt t="27434" x="1350963" y="3914775"/>
          <p14:tracePt t="27450" x="1343025" y="3892550"/>
          <p14:tracePt t="27467" x="1335088" y="3876675"/>
          <p14:tracePt t="27484" x="1335088" y="3860800"/>
          <p14:tracePt t="28052" x="1366838" y="3860800"/>
          <p14:tracePt t="28059" x="1490663" y="3868738"/>
          <p14:tracePt t="28068" x="1652588" y="3900488"/>
          <p14:tracePt t="28085" x="1892300" y="3946525"/>
          <p14:tracePt t="28101" x="2100263" y="4008438"/>
          <p14:tracePt t="28118" x="2246313" y="4038600"/>
          <p14:tracePt t="28135" x="2278063" y="4046538"/>
          <p14:tracePt t="30124" x="2293938" y="4046538"/>
          <p14:tracePt t="30132" x="2316163" y="4030663"/>
          <p14:tracePt t="30140" x="2354263" y="4008438"/>
          <p14:tracePt t="30157" x="2354263" y="3992563"/>
          <p14:tracePt t="30172" x="2339975" y="3946525"/>
          <p14:tracePt t="30444" x="2332038" y="3946525"/>
          <p14:tracePt t="30510" x="2316163" y="3962400"/>
          <p14:tracePt t="30908" x="2640013" y="3922713"/>
          <p14:tracePt t="30916" x="3273425" y="3722688"/>
          <p14:tracePt t="30924" x="3968750" y="3421063"/>
          <p14:tracePt t="30941" x="5427663" y="2625725"/>
          <p14:tracePt t="30958" x="6400800" y="1822450"/>
          <p14:tracePt t="30974" x="6894513" y="1243013"/>
          <p14:tracePt t="30991" x="7165975" y="865188"/>
          <p14:tracePt t="31008" x="7227888" y="703263"/>
          <p14:tracePt t="31025" x="7227888" y="587375"/>
          <p14:tracePt t="31041" x="7242175" y="525463"/>
          <p14:tracePt t="31058" x="7250113" y="485775"/>
          <p14:tracePt t="31075" x="7250113" y="463550"/>
          <p14:tracePt t="31125" x="7242175" y="455613"/>
          <p14:tracePt t="31348" x="7234238" y="455613"/>
          <p14:tracePt t="31412" x="7234238" y="371475"/>
          <p14:tracePt t="31420" x="7234238" y="255588"/>
          <p14:tracePt t="31428" x="7234238" y="100013"/>
        </p14:tracePtLst>
      </p14:laserTrace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14225</TotalTime>
  <Words>572</Words>
  <Application>Microsoft Office PowerPoint</Application>
  <PresentationFormat>Widescreen</PresentationFormat>
  <Paragraphs>104</Paragraphs>
  <Slides>23</Slides>
  <Notes>21</Notes>
  <HiddenSlides>0</HiddenSlides>
  <MMClips>23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Tahoma</vt:lpstr>
      <vt:lpstr>Times New Roman</vt:lpstr>
      <vt:lpstr>Office Theme</vt:lpstr>
      <vt:lpstr>EN.525.726 – Applications of Power Electronics Design Project Milestone 6</vt:lpstr>
      <vt:lpstr>Main Requirements</vt:lpstr>
      <vt:lpstr>Power Stage Design (1) </vt:lpstr>
      <vt:lpstr>Power Stage Design (2) </vt:lpstr>
      <vt:lpstr>Controller Design (1) – Type III compensator</vt:lpstr>
      <vt:lpstr>Controller Design (2)</vt:lpstr>
      <vt:lpstr>Schematic</vt:lpstr>
      <vt:lpstr>PCB Layout</vt:lpstr>
      <vt:lpstr>Transformer Design (1)</vt:lpstr>
      <vt:lpstr>Transformer Design (2)</vt:lpstr>
      <vt:lpstr>Transformer Design (3)</vt:lpstr>
      <vt:lpstr>Circuit Board Assembly (top)</vt:lpstr>
      <vt:lpstr>Circuit Board Assembly (bottom)</vt:lpstr>
      <vt:lpstr>Turn on Waveform – No Load</vt:lpstr>
      <vt:lpstr>Turn on Waveform – 5A Load</vt:lpstr>
      <vt:lpstr>Efficiency vs Load Current</vt:lpstr>
      <vt:lpstr>Steady state – No load</vt:lpstr>
      <vt:lpstr>Steady state – 5A load</vt:lpstr>
      <vt:lpstr>Load Step Response (1)</vt:lpstr>
      <vt:lpstr>Load Step Response (2)</vt:lpstr>
      <vt:lpstr>Load Step Response (3)</vt:lpstr>
      <vt:lpstr>Load Step Response (4)</vt:lpstr>
      <vt:lpstr>Learning that will be applied for future designs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EN.525.726 – Applications of Power Electronics Design Project Milestone 6</dc:title>
  <dc:creator>Hoang Nguyen</dc:creator>
  <cp:lastModifiedBy>Hoang Nguyen</cp:lastModifiedBy>
  <cp:revision>14</cp:revision>
  <dcterms:created xsi:type="dcterms:W3CDTF">2024-04-24T04:34:34Z</dcterms:created>
  <dcterms:modified xsi:type="dcterms:W3CDTF">2024-05-06T03:03:12Z</dcterms:modified>
</cp:coreProperties>
</file>